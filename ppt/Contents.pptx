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Times New Roman" charset="1" panose="02020603050405020304"/>
      <p:regular r:id="rId12"/>
    </p:embeddedFont>
    <p:embeddedFont>
      <p:font typeface="Times New Roman Bold" charset="1" panose="02020803070505020304"/>
      <p:regular r:id="rId13"/>
    </p:embeddedFont>
    <p:embeddedFont>
      <p:font typeface="Arial" charset="1" panose="020B0604020202020204"/>
      <p:regular r:id="rId14"/>
    </p:embeddedFont>
    <p:embeddedFont>
      <p:font typeface="Arimo Bold" charset="1" panose="020B0704020202020204"/>
      <p:regular r:id="rId15"/>
    </p:embeddedFont>
    <p:embeddedFont>
      <p:font typeface="Arimo" charset="1" panose="020B06040202020202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freepik.com/free-photo/analog-landscape-city-with-buildings_31261376.htm/?utm_source=slidesgo_template&amp;utm_medium=referral-link&amp;utm_campaign=sg_resources&amp;utm_content=freepik" TargetMode="External" Type="http://schemas.openxmlformats.org/officeDocument/2006/relationships/hyperlink"/><Relationship Id="rId3" Target="https://www.freepik.com/free-photo/analog-landscape-city-with-buildings_31261387.htm/?utm_source=slidesgo_template&amp;utm_medium=referral-link&amp;utm_campaign=sg_resources&amp;utm_content=freepik" TargetMode="External" Type="http://schemas.openxmlformats.org/officeDocument/2006/relationships/hyperlink"/><Relationship Id="rId4" Target="https://www.freepik.com/free-photo/sunny-urban-landscape_29017409.htm/?utm_source=slidesgo_template&amp;utm_medium=referral-link&amp;utm_campaign=sg_resources&amp;utm_content=freepik" TargetMode="External" Type="http://schemas.openxmlformats.org/officeDocument/2006/relationships/hyperlink"/><Relationship Id="rId5" Target="https://www.freepik.com/free-photo/sunny-urban-landscape_29017436.htm/?utm_source=slidesgo_template&amp;utm_medium=referral-link&amp;utm_campaign=sg_resources&amp;utm_content=freepik" TargetMode="External" Type="http://schemas.openxmlformats.org/officeDocument/2006/relationships/hyperlink"/><Relationship Id="rId6" Target="https://www.freepik.com/free-photo/sunny-urban-landscape_29017437.htm/?utm_source=slidesgo_template&amp;utm_medium=referral-link&amp;utm_campaign=sg_resources&amp;utm_content=freepik" TargetMode="External" Type="http://schemas.openxmlformats.org/officeDocument/2006/relationships/hyperlink"/><Relationship Id="rId7" Target="https://www.freepik.com/free-vector/sketches-modern-city-background_890861.htm/?utm_source=slidesgo_template&amp;utm_medium=referral-link&amp;utm_campaign=sg_resources&amp;utm_content=freepik" TargetMode="External" Type="http://schemas.openxmlformats.org/officeDocument/2006/relationships/hyperlink"/><Relationship Id="rId8" Target="../media/image6.png" Type="http://schemas.openxmlformats.org/officeDocument/2006/relationships/image"/><Relationship Id="rId9"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10800000">
            <a:off x="452838" y="2489349"/>
            <a:ext cx="277797" cy="277797"/>
            <a:chOff x="0" y="0"/>
            <a:chExt cx="370396" cy="370396"/>
          </a:xfrm>
        </p:grpSpPr>
        <p:sp>
          <p:nvSpPr>
            <p:cNvPr name="Freeform 3" id="3"/>
            <p:cNvSpPr/>
            <p:nvPr/>
          </p:nvSpPr>
          <p:spPr>
            <a:xfrm flipH="false" flipV="false" rot="0">
              <a:off x="0" y="0"/>
              <a:ext cx="370459" cy="370459"/>
            </a:xfrm>
            <a:custGeom>
              <a:avLst/>
              <a:gdLst/>
              <a:ahLst/>
              <a:cxnLst/>
              <a:rect r="r" b="b" t="t" l="l"/>
              <a:pathLst>
                <a:path h="370459" w="370459">
                  <a:moveTo>
                    <a:pt x="0" y="0"/>
                  </a:moveTo>
                  <a:lnTo>
                    <a:pt x="370459" y="0"/>
                  </a:lnTo>
                  <a:lnTo>
                    <a:pt x="370459" y="370459"/>
                  </a:lnTo>
                  <a:lnTo>
                    <a:pt x="0" y="370459"/>
                  </a:lnTo>
                  <a:close/>
                </a:path>
              </a:pathLst>
            </a:custGeom>
            <a:solidFill>
              <a:srgbClr val="B13535"/>
            </a:solidFill>
            <a:ln w="12700">
              <a:solidFill>
                <a:srgbClr val="000000"/>
              </a:solidFill>
            </a:ln>
          </p:spPr>
        </p:sp>
      </p:grpSp>
      <p:grpSp>
        <p:nvGrpSpPr>
          <p:cNvPr name="Group 4" id="4"/>
          <p:cNvGrpSpPr/>
          <p:nvPr/>
        </p:nvGrpSpPr>
        <p:grpSpPr>
          <a:xfrm rot="-10800000">
            <a:off x="730406" y="2766936"/>
            <a:ext cx="506997" cy="506997"/>
            <a:chOff x="0" y="0"/>
            <a:chExt cx="675996" cy="675996"/>
          </a:xfrm>
        </p:grpSpPr>
        <p:sp>
          <p:nvSpPr>
            <p:cNvPr name="Freeform 5" id="5"/>
            <p:cNvSpPr/>
            <p:nvPr/>
          </p:nvSpPr>
          <p:spPr>
            <a:xfrm flipH="false" flipV="false" rot="0">
              <a:off x="0" y="0"/>
              <a:ext cx="676021" cy="676021"/>
            </a:xfrm>
            <a:custGeom>
              <a:avLst/>
              <a:gdLst/>
              <a:ahLst/>
              <a:cxnLst/>
              <a:rect r="r" b="b" t="t" l="l"/>
              <a:pathLst>
                <a:path h="676021" w="676021">
                  <a:moveTo>
                    <a:pt x="0" y="0"/>
                  </a:moveTo>
                  <a:lnTo>
                    <a:pt x="676021" y="0"/>
                  </a:lnTo>
                  <a:lnTo>
                    <a:pt x="676021" y="676021"/>
                  </a:lnTo>
                  <a:lnTo>
                    <a:pt x="0" y="676021"/>
                  </a:lnTo>
                  <a:close/>
                </a:path>
              </a:pathLst>
            </a:custGeom>
            <a:solidFill>
              <a:srgbClr val="B13535"/>
            </a:solidFill>
            <a:ln w="12700">
              <a:solidFill>
                <a:srgbClr val="000000"/>
              </a:solidFill>
            </a:ln>
          </p:spPr>
        </p:sp>
      </p:grpSp>
      <p:grpSp>
        <p:nvGrpSpPr>
          <p:cNvPr name="Group 6" id="6"/>
          <p:cNvGrpSpPr/>
          <p:nvPr/>
        </p:nvGrpSpPr>
        <p:grpSpPr>
          <a:xfrm rot="-10800000">
            <a:off x="807653" y="7678303"/>
            <a:ext cx="175803" cy="175803"/>
            <a:chOff x="0" y="0"/>
            <a:chExt cx="234404" cy="234404"/>
          </a:xfrm>
        </p:grpSpPr>
        <p:sp>
          <p:nvSpPr>
            <p:cNvPr name="Freeform 7" id="7"/>
            <p:cNvSpPr/>
            <p:nvPr/>
          </p:nvSpPr>
          <p:spPr>
            <a:xfrm flipH="false" flipV="false" rot="0">
              <a:off x="0" y="0"/>
              <a:ext cx="234442" cy="234442"/>
            </a:xfrm>
            <a:custGeom>
              <a:avLst/>
              <a:gdLst/>
              <a:ahLst/>
              <a:cxnLst/>
              <a:rect r="r" b="b" t="t" l="l"/>
              <a:pathLst>
                <a:path h="234442" w="234442">
                  <a:moveTo>
                    <a:pt x="234442" y="0"/>
                  </a:moveTo>
                  <a:lnTo>
                    <a:pt x="0" y="0"/>
                  </a:lnTo>
                  <a:lnTo>
                    <a:pt x="0" y="234442"/>
                  </a:lnTo>
                  <a:lnTo>
                    <a:pt x="234442" y="234442"/>
                  </a:lnTo>
                  <a:close/>
                </a:path>
              </a:pathLst>
            </a:custGeom>
            <a:solidFill>
              <a:srgbClr val="000000"/>
            </a:solidFill>
            <a:ln w="12700">
              <a:solidFill>
                <a:srgbClr val="000000"/>
              </a:solidFill>
            </a:ln>
          </p:spPr>
        </p:sp>
      </p:grpSp>
      <p:grpSp>
        <p:nvGrpSpPr>
          <p:cNvPr name="Group 8" id="8"/>
          <p:cNvGrpSpPr/>
          <p:nvPr/>
        </p:nvGrpSpPr>
        <p:grpSpPr>
          <a:xfrm rot="-10800000">
            <a:off x="452857" y="7968548"/>
            <a:ext cx="277797" cy="277797"/>
            <a:chOff x="0" y="0"/>
            <a:chExt cx="370396" cy="370396"/>
          </a:xfrm>
        </p:grpSpPr>
        <p:sp>
          <p:nvSpPr>
            <p:cNvPr name="Freeform 9" id="9"/>
            <p:cNvSpPr/>
            <p:nvPr/>
          </p:nvSpPr>
          <p:spPr>
            <a:xfrm flipH="false" flipV="false" rot="0">
              <a:off x="0" y="0"/>
              <a:ext cx="370459" cy="370459"/>
            </a:xfrm>
            <a:custGeom>
              <a:avLst/>
              <a:gdLst/>
              <a:ahLst/>
              <a:cxnLst/>
              <a:rect r="r" b="b" t="t" l="l"/>
              <a:pathLst>
                <a:path h="370459" w="370459">
                  <a:moveTo>
                    <a:pt x="370459" y="0"/>
                  </a:moveTo>
                  <a:lnTo>
                    <a:pt x="0" y="0"/>
                  </a:lnTo>
                  <a:lnTo>
                    <a:pt x="0" y="370459"/>
                  </a:lnTo>
                  <a:lnTo>
                    <a:pt x="370459" y="370459"/>
                  </a:lnTo>
                  <a:close/>
                </a:path>
              </a:pathLst>
            </a:custGeom>
            <a:solidFill>
              <a:srgbClr val="000000"/>
            </a:solidFill>
            <a:ln w="12700">
              <a:solidFill>
                <a:srgbClr val="000000"/>
              </a:solidFill>
            </a:ln>
          </p:spPr>
        </p:sp>
      </p:grpSp>
      <p:grpSp>
        <p:nvGrpSpPr>
          <p:cNvPr name="Group 10" id="10"/>
          <p:cNvGrpSpPr/>
          <p:nvPr/>
        </p:nvGrpSpPr>
        <p:grpSpPr>
          <a:xfrm rot="0">
            <a:off x="17123759" y="4722400"/>
            <a:ext cx="342605" cy="342005"/>
            <a:chOff x="0" y="0"/>
            <a:chExt cx="456806" cy="456006"/>
          </a:xfrm>
        </p:grpSpPr>
        <p:sp>
          <p:nvSpPr>
            <p:cNvPr name="Freeform 11" id="11"/>
            <p:cNvSpPr/>
            <p:nvPr/>
          </p:nvSpPr>
          <p:spPr>
            <a:xfrm flipH="false" flipV="false" rot="0">
              <a:off x="0" y="0"/>
              <a:ext cx="456819" cy="456057"/>
            </a:xfrm>
            <a:custGeom>
              <a:avLst/>
              <a:gdLst/>
              <a:ahLst/>
              <a:cxnLst/>
              <a:rect r="r" b="b" t="t" l="l"/>
              <a:pathLst>
                <a:path h="456057" w="456819">
                  <a:moveTo>
                    <a:pt x="456819" y="0"/>
                  </a:moveTo>
                  <a:lnTo>
                    <a:pt x="0" y="0"/>
                  </a:lnTo>
                  <a:lnTo>
                    <a:pt x="0" y="456057"/>
                  </a:lnTo>
                  <a:lnTo>
                    <a:pt x="456819" y="456057"/>
                  </a:lnTo>
                  <a:close/>
                </a:path>
              </a:pathLst>
            </a:custGeom>
            <a:solidFill>
              <a:srgbClr val="B13535"/>
            </a:solidFill>
            <a:ln w="12700">
              <a:solidFill>
                <a:srgbClr val="000000"/>
              </a:solidFill>
            </a:ln>
          </p:spPr>
        </p:sp>
      </p:grpSp>
      <p:grpSp>
        <p:nvGrpSpPr>
          <p:cNvPr name="Group 12" id="12"/>
          <p:cNvGrpSpPr/>
          <p:nvPr/>
        </p:nvGrpSpPr>
        <p:grpSpPr>
          <a:xfrm rot="0">
            <a:off x="17466259" y="4130897"/>
            <a:ext cx="591598" cy="591598"/>
            <a:chOff x="0" y="0"/>
            <a:chExt cx="788797" cy="788797"/>
          </a:xfrm>
        </p:grpSpPr>
        <p:sp>
          <p:nvSpPr>
            <p:cNvPr name="Freeform 13" id="13"/>
            <p:cNvSpPr/>
            <p:nvPr/>
          </p:nvSpPr>
          <p:spPr>
            <a:xfrm flipH="false" flipV="false" rot="0">
              <a:off x="0" y="0"/>
              <a:ext cx="788797" cy="788797"/>
            </a:xfrm>
            <a:custGeom>
              <a:avLst/>
              <a:gdLst/>
              <a:ahLst/>
              <a:cxnLst/>
              <a:rect r="r" b="b" t="t" l="l"/>
              <a:pathLst>
                <a:path h="788797" w="788797">
                  <a:moveTo>
                    <a:pt x="788797" y="0"/>
                  </a:moveTo>
                  <a:lnTo>
                    <a:pt x="0" y="0"/>
                  </a:lnTo>
                  <a:lnTo>
                    <a:pt x="0" y="788797"/>
                  </a:lnTo>
                  <a:lnTo>
                    <a:pt x="788797" y="788797"/>
                  </a:lnTo>
                  <a:close/>
                </a:path>
              </a:pathLst>
            </a:custGeom>
            <a:solidFill>
              <a:srgbClr val="B13535"/>
            </a:solidFill>
            <a:ln w="12700">
              <a:solidFill>
                <a:srgbClr val="000000"/>
              </a:solidFill>
            </a:ln>
          </p:spPr>
        </p:sp>
      </p:grpSp>
      <p:grpSp>
        <p:nvGrpSpPr>
          <p:cNvPr name="Group 14" id="14"/>
          <p:cNvGrpSpPr/>
          <p:nvPr/>
        </p:nvGrpSpPr>
        <p:grpSpPr>
          <a:xfrm rot="5400000">
            <a:off x="10265435" y="9858604"/>
            <a:ext cx="272396" cy="271796"/>
            <a:chOff x="0" y="0"/>
            <a:chExt cx="363195" cy="362394"/>
          </a:xfrm>
        </p:grpSpPr>
        <p:sp>
          <p:nvSpPr>
            <p:cNvPr name="Freeform 15" id="15"/>
            <p:cNvSpPr/>
            <p:nvPr/>
          </p:nvSpPr>
          <p:spPr>
            <a:xfrm flipH="false" flipV="false" rot="0">
              <a:off x="0" y="0"/>
              <a:ext cx="363220" cy="362458"/>
            </a:xfrm>
            <a:custGeom>
              <a:avLst/>
              <a:gdLst/>
              <a:ahLst/>
              <a:cxnLst/>
              <a:rect r="r" b="b" t="t" l="l"/>
              <a:pathLst>
                <a:path h="362458" w="363220">
                  <a:moveTo>
                    <a:pt x="363220" y="0"/>
                  </a:moveTo>
                  <a:lnTo>
                    <a:pt x="0" y="0"/>
                  </a:lnTo>
                  <a:lnTo>
                    <a:pt x="0" y="362458"/>
                  </a:lnTo>
                  <a:lnTo>
                    <a:pt x="363220" y="362458"/>
                  </a:lnTo>
                  <a:close/>
                </a:path>
              </a:pathLst>
            </a:custGeom>
            <a:solidFill>
              <a:srgbClr val="B13535"/>
            </a:solidFill>
            <a:ln w="12700">
              <a:solidFill>
                <a:srgbClr val="000000"/>
              </a:solidFill>
            </a:ln>
          </p:spPr>
        </p:sp>
      </p:grpSp>
      <p:grpSp>
        <p:nvGrpSpPr>
          <p:cNvPr name="Group 16" id="16"/>
          <p:cNvGrpSpPr/>
          <p:nvPr/>
        </p:nvGrpSpPr>
        <p:grpSpPr>
          <a:xfrm rot="5400000">
            <a:off x="10817104" y="9586141"/>
            <a:ext cx="272396" cy="271796"/>
            <a:chOff x="0" y="0"/>
            <a:chExt cx="363195" cy="362394"/>
          </a:xfrm>
        </p:grpSpPr>
        <p:sp>
          <p:nvSpPr>
            <p:cNvPr name="Freeform 17" id="17"/>
            <p:cNvSpPr/>
            <p:nvPr/>
          </p:nvSpPr>
          <p:spPr>
            <a:xfrm flipH="false" flipV="false" rot="0">
              <a:off x="0" y="0"/>
              <a:ext cx="363220" cy="362458"/>
            </a:xfrm>
            <a:custGeom>
              <a:avLst/>
              <a:gdLst/>
              <a:ahLst/>
              <a:cxnLst/>
              <a:rect r="r" b="b" t="t" l="l"/>
              <a:pathLst>
                <a:path h="362458" w="363220">
                  <a:moveTo>
                    <a:pt x="363220" y="0"/>
                  </a:moveTo>
                  <a:lnTo>
                    <a:pt x="0" y="0"/>
                  </a:lnTo>
                  <a:lnTo>
                    <a:pt x="0" y="362458"/>
                  </a:lnTo>
                  <a:lnTo>
                    <a:pt x="363220" y="362458"/>
                  </a:lnTo>
                  <a:close/>
                </a:path>
              </a:pathLst>
            </a:custGeom>
            <a:solidFill>
              <a:srgbClr val="B13535"/>
            </a:solidFill>
            <a:ln w="12700">
              <a:solidFill>
                <a:srgbClr val="000000"/>
              </a:solidFill>
            </a:ln>
          </p:spPr>
        </p:sp>
      </p:grpSp>
      <p:grpSp>
        <p:nvGrpSpPr>
          <p:cNvPr name="Group 18" id="18"/>
          <p:cNvGrpSpPr/>
          <p:nvPr/>
        </p:nvGrpSpPr>
        <p:grpSpPr>
          <a:xfrm rot="5400000">
            <a:off x="9795167" y="9397022"/>
            <a:ext cx="471002" cy="469802"/>
            <a:chOff x="0" y="0"/>
            <a:chExt cx="628002" cy="626402"/>
          </a:xfrm>
        </p:grpSpPr>
        <p:sp>
          <p:nvSpPr>
            <p:cNvPr name="Freeform 19" id="19"/>
            <p:cNvSpPr/>
            <p:nvPr/>
          </p:nvSpPr>
          <p:spPr>
            <a:xfrm flipH="false" flipV="false" rot="0">
              <a:off x="0" y="0"/>
              <a:ext cx="628015" cy="626364"/>
            </a:xfrm>
            <a:custGeom>
              <a:avLst/>
              <a:gdLst/>
              <a:ahLst/>
              <a:cxnLst/>
              <a:rect r="r" b="b" t="t" l="l"/>
              <a:pathLst>
                <a:path h="626364" w="628015">
                  <a:moveTo>
                    <a:pt x="628015" y="0"/>
                  </a:moveTo>
                  <a:lnTo>
                    <a:pt x="0" y="0"/>
                  </a:lnTo>
                  <a:lnTo>
                    <a:pt x="0" y="626364"/>
                  </a:lnTo>
                  <a:lnTo>
                    <a:pt x="628015" y="626364"/>
                  </a:lnTo>
                  <a:close/>
                </a:path>
              </a:pathLst>
            </a:custGeom>
            <a:solidFill>
              <a:srgbClr val="000000"/>
            </a:solidFill>
            <a:ln w="12700">
              <a:solidFill>
                <a:srgbClr val="000000"/>
              </a:solidFill>
            </a:ln>
          </p:spPr>
        </p:sp>
      </p:grpSp>
      <p:grpSp>
        <p:nvGrpSpPr>
          <p:cNvPr name="Group 20" id="20"/>
          <p:cNvGrpSpPr/>
          <p:nvPr/>
        </p:nvGrpSpPr>
        <p:grpSpPr>
          <a:xfrm rot="0">
            <a:off x="0" y="0"/>
            <a:ext cx="18288000" cy="10287000"/>
            <a:chOff x="0" y="0"/>
            <a:chExt cx="24384000" cy="13716000"/>
          </a:xfrm>
        </p:grpSpPr>
        <p:sp>
          <p:nvSpPr>
            <p:cNvPr name="Freeform 21" id="2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16696" t="0" r="-16696" b="0"/>
              </a:stretch>
            </a:blipFill>
          </p:spPr>
        </p:sp>
      </p:grpSp>
      <p:grpSp>
        <p:nvGrpSpPr>
          <p:cNvPr name="Group 22" id="22"/>
          <p:cNvGrpSpPr/>
          <p:nvPr/>
        </p:nvGrpSpPr>
        <p:grpSpPr>
          <a:xfrm rot="0">
            <a:off x="1787728" y="469192"/>
            <a:ext cx="2108416" cy="2119874"/>
            <a:chOff x="0" y="0"/>
            <a:chExt cx="2811221" cy="2826499"/>
          </a:xfrm>
        </p:grpSpPr>
        <p:sp>
          <p:nvSpPr>
            <p:cNvPr name="Freeform 23" id="23" descr="Maharaja Sayajirao University of Baroda - Wikipedia"/>
            <p:cNvSpPr/>
            <p:nvPr/>
          </p:nvSpPr>
          <p:spPr>
            <a:xfrm flipH="false" flipV="false" rot="0">
              <a:off x="0" y="0"/>
              <a:ext cx="2811272" cy="2826512"/>
            </a:xfrm>
            <a:custGeom>
              <a:avLst/>
              <a:gdLst/>
              <a:ahLst/>
              <a:cxnLst/>
              <a:rect r="r" b="b" t="t" l="l"/>
              <a:pathLst>
                <a:path h="2826512" w="2811272">
                  <a:moveTo>
                    <a:pt x="0" y="0"/>
                  </a:moveTo>
                  <a:lnTo>
                    <a:pt x="2811272" y="0"/>
                  </a:lnTo>
                  <a:lnTo>
                    <a:pt x="2811272" y="2826512"/>
                  </a:lnTo>
                  <a:lnTo>
                    <a:pt x="0" y="2826512"/>
                  </a:lnTo>
                  <a:lnTo>
                    <a:pt x="0" y="0"/>
                  </a:lnTo>
                  <a:close/>
                </a:path>
              </a:pathLst>
            </a:custGeom>
            <a:blipFill>
              <a:blip r:embed="rId3"/>
              <a:stretch>
                <a:fillRect l="0" t="0" r="-223" b="0"/>
              </a:stretch>
            </a:blipFill>
          </p:spPr>
        </p:sp>
      </p:grpSp>
      <p:sp>
        <p:nvSpPr>
          <p:cNvPr name="TextBox 24" id="24"/>
          <p:cNvSpPr txBox="true"/>
          <p:nvPr/>
        </p:nvSpPr>
        <p:spPr>
          <a:xfrm rot="0">
            <a:off x="3102435" y="495862"/>
            <a:ext cx="12378090" cy="2051266"/>
          </a:xfrm>
          <a:prstGeom prst="rect">
            <a:avLst/>
          </a:prstGeom>
        </p:spPr>
        <p:txBody>
          <a:bodyPr anchor="t" rtlCol="false" tIns="0" lIns="0" bIns="0" rIns="0">
            <a:spAutoFit/>
          </a:bodyPr>
          <a:lstStyle/>
          <a:p>
            <a:pPr algn="ctr">
              <a:lnSpc>
                <a:spcPts val="5040"/>
              </a:lnSpc>
            </a:pPr>
            <a:r>
              <a:rPr lang="en-US" sz="4200">
                <a:solidFill>
                  <a:srgbClr val="000000"/>
                </a:solidFill>
                <a:latin typeface="Times New Roman"/>
                <a:ea typeface="Times New Roman"/>
                <a:cs typeface="Times New Roman"/>
                <a:sym typeface="Times New Roman"/>
              </a:rPr>
              <a:t>The Maharaja Sayajirao University of Baroda</a:t>
            </a:r>
          </a:p>
          <a:p>
            <a:pPr algn="ctr">
              <a:lnSpc>
                <a:spcPts val="5040"/>
              </a:lnSpc>
            </a:pPr>
            <a:r>
              <a:rPr lang="en-US" sz="4200">
                <a:solidFill>
                  <a:srgbClr val="000000"/>
                </a:solidFill>
                <a:latin typeface="Times New Roman"/>
                <a:ea typeface="Times New Roman"/>
                <a:cs typeface="Times New Roman"/>
                <a:sym typeface="Times New Roman"/>
              </a:rPr>
              <a:t>Faculty of Science</a:t>
            </a:r>
          </a:p>
          <a:p>
            <a:pPr algn="ctr">
              <a:lnSpc>
                <a:spcPts val="5040"/>
              </a:lnSpc>
            </a:pPr>
            <a:r>
              <a:rPr lang="en-US" sz="4200">
                <a:solidFill>
                  <a:srgbClr val="000000"/>
                </a:solidFill>
                <a:latin typeface="Times New Roman"/>
                <a:ea typeface="Times New Roman"/>
                <a:cs typeface="Times New Roman"/>
                <a:sym typeface="Times New Roman"/>
              </a:rPr>
              <a:t>Department of Statistics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7428300" y="9840239"/>
            <a:ext cx="330603" cy="330603"/>
            <a:chOff x="0" y="0"/>
            <a:chExt cx="440804" cy="440804"/>
          </a:xfrm>
        </p:grpSpPr>
        <p:sp>
          <p:nvSpPr>
            <p:cNvPr name="Freeform 3" id="3"/>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000000"/>
            </a:solidFill>
            <a:ln w="12700">
              <a:solidFill>
                <a:srgbClr val="000000"/>
              </a:solidFill>
            </a:ln>
          </p:spPr>
        </p:sp>
      </p:grpSp>
      <p:grpSp>
        <p:nvGrpSpPr>
          <p:cNvPr name="Group 4" id="4"/>
          <p:cNvGrpSpPr/>
          <p:nvPr/>
        </p:nvGrpSpPr>
        <p:grpSpPr>
          <a:xfrm rot="-5400000">
            <a:off x="7758932" y="9509608"/>
            <a:ext cx="330603" cy="330603"/>
            <a:chOff x="0" y="0"/>
            <a:chExt cx="440804" cy="440804"/>
          </a:xfrm>
        </p:grpSpPr>
        <p:sp>
          <p:nvSpPr>
            <p:cNvPr name="Freeform 5" id="5"/>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000000"/>
            </a:solidFill>
            <a:ln w="12700">
              <a:solidFill>
                <a:srgbClr val="000000"/>
              </a:solidFill>
            </a:ln>
          </p:spPr>
        </p:sp>
      </p:grpSp>
      <p:grpSp>
        <p:nvGrpSpPr>
          <p:cNvPr name="Group 6" id="6"/>
          <p:cNvGrpSpPr/>
          <p:nvPr/>
        </p:nvGrpSpPr>
        <p:grpSpPr>
          <a:xfrm rot="-5400000">
            <a:off x="8485927" y="9509608"/>
            <a:ext cx="330603" cy="330603"/>
            <a:chOff x="0" y="0"/>
            <a:chExt cx="440804" cy="440804"/>
          </a:xfrm>
        </p:grpSpPr>
        <p:sp>
          <p:nvSpPr>
            <p:cNvPr name="Freeform 7" id="7"/>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B13535"/>
            </a:solidFill>
            <a:ln w="12700">
              <a:solidFill>
                <a:srgbClr val="000000"/>
              </a:solidFill>
            </a:ln>
          </p:spPr>
        </p:sp>
      </p:grpSp>
      <p:grpSp>
        <p:nvGrpSpPr>
          <p:cNvPr name="Group 8" id="8"/>
          <p:cNvGrpSpPr/>
          <p:nvPr/>
        </p:nvGrpSpPr>
        <p:grpSpPr>
          <a:xfrm rot="0">
            <a:off x="492900" y="3004537"/>
            <a:ext cx="330603" cy="330603"/>
            <a:chOff x="0" y="0"/>
            <a:chExt cx="440804" cy="440804"/>
          </a:xfrm>
        </p:grpSpPr>
        <p:sp>
          <p:nvSpPr>
            <p:cNvPr name="Freeform 9" id="9"/>
            <p:cNvSpPr/>
            <p:nvPr/>
          </p:nvSpPr>
          <p:spPr>
            <a:xfrm flipH="false" flipV="false" rot="0">
              <a:off x="0" y="0"/>
              <a:ext cx="440817" cy="440817"/>
            </a:xfrm>
            <a:custGeom>
              <a:avLst/>
              <a:gdLst/>
              <a:ahLst/>
              <a:cxnLst/>
              <a:rect r="r" b="b" t="t" l="l"/>
              <a:pathLst>
                <a:path h="440817" w="440817">
                  <a:moveTo>
                    <a:pt x="440817" y="0"/>
                  </a:moveTo>
                  <a:lnTo>
                    <a:pt x="0" y="0"/>
                  </a:lnTo>
                  <a:lnTo>
                    <a:pt x="0" y="440817"/>
                  </a:lnTo>
                  <a:lnTo>
                    <a:pt x="440817" y="440817"/>
                  </a:lnTo>
                  <a:close/>
                </a:path>
              </a:pathLst>
            </a:custGeom>
            <a:solidFill>
              <a:srgbClr val="B13535"/>
            </a:solidFill>
            <a:ln w="12700">
              <a:solidFill>
                <a:srgbClr val="000000"/>
              </a:solidFill>
            </a:ln>
          </p:spPr>
        </p:sp>
      </p:grpSp>
      <p:grpSp>
        <p:nvGrpSpPr>
          <p:cNvPr name="Group 10" id="10"/>
          <p:cNvGrpSpPr/>
          <p:nvPr/>
        </p:nvGrpSpPr>
        <p:grpSpPr>
          <a:xfrm rot="0">
            <a:off x="823474" y="2401538"/>
            <a:ext cx="602999" cy="602999"/>
            <a:chOff x="0" y="0"/>
            <a:chExt cx="803999" cy="803999"/>
          </a:xfrm>
        </p:grpSpPr>
        <p:sp>
          <p:nvSpPr>
            <p:cNvPr name="Freeform 11" id="11"/>
            <p:cNvSpPr/>
            <p:nvPr/>
          </p:nvSpPr>
          <p:spPr>
            <a:xfrm flipH="false" flipV="false" rot="0">
              <a:off x="0" y="0"/>
              <a:ext cx="804037" cy="804037"/>
            </a:xfrm>
            <a:custGeom>
              <a:avLst/>
              <a:gdLst/>
              <a:ahLst/>
              <a:cxnLst/>
              <a:rect r="r" b="b" t="t" l="l"/>
              <a:pathLst>
                <a:path h="804037" w="804037">
                  <a:moveTo>
                    <a:pt x="804037" y="0"/>
                  </a:moveTo>
                  <a:lnTo>
                    <a:pt x="0" y="0"/>
                  </a:lnTo>
                  <a:lnTo>
                    <a:pt x="0" y="804037"/>
                  </a:lnTo>
                  <a:lnTo>
                    <a:pt x="804037" y="804037"/>
                  </a:lnTo>
                  <a:close/>
                </a:path>
              </a:pathLst>
            </a:custGeom>
            <a:solidFill>
              <a:srgbClr val="B13535"/>
            </a:solidFill>
            <a:ln w="12700">
              <a:solidFill>
                <a:srgbClr val="000000"/>
              </a:solidFill>
            </a:ln>
          </p:spPr>
        </p:sp>
      </p:grpSp>
      <p:grpSp>
        <p:nvGrpSpPr>
          <p:cNvPr name="Group 12" id="12"/>
          <p:cNvGrpSpPr/>
          <p:nvPr/>
        </p:nvGrpSpPr>
        <p:grpSpPr>
          <a:xfrm rot="0">
            <a:off x="492919" y="2017195"/>
            <a:ext cx="209398" cy="209398"/>
            <a:chOff x="0" y="0"/>
            <a:chExt cx="279197" cy="279197"/>
          </a:xfrm>
        </p:grpSpPr>
        <p:sp>
          <p:nvSpPr>
            <p:cNvPr name="Freeform 13" id="13"/>
            <p:cNvSpPr/>
            <p:nvPr/>
          </p:nvSpPr>
          <p:spPr>
            <a:xfrm flipH="false" flipV="false" rot="0">
              <a:off x="0" y="0"/>
              <a:ext cx="279146" cy="279146"/>
            </a:xfrm>
            <a:custGeom>
              <a:avLst/>
              <a:gdLst/>
              <a:ahLst/>
              <a:cxnLst/>
              <a:rect r="r" b="b" t="t" l="l"/>
              <a:pathLst>
                <a:path h="279146" w="279146">
                  <a:moveTo>
                    <a:pt x="0" y="0"/>
                  </a:moveTo>
                  <a:lnTo>
                    <a:pt x="279146" y="0"/>
                  </a:lnTo>
                  <a:lnTo>
                    <a:pt x="279146" y="279146"/>
                  </a:lnTo>
                  <a:lnTo>
                    <a:pt x="0" y="279146"/>
                  </a:lnTo>
                  <a:close/>
                </a:path>
              </a:pathLst>
            </a:custGeom>
            <a:solidFill>
              <a:srgbClr val="000000"/>
            </a:solidFill>
            <a:ln w="12700">
              <a:solidFill>
                <a:srgbClr val="000000"/>
              </a:solidFill>
            </a:ln>
          </p:spPr>
        </p:sp>
      </p:grpSp>
      <p:grpSp>
        <p:nvGrpSpPr>
          <p:cNvPr name="Group 14" id="14"/>
          <p:cNvGrpSpPr/>
          <p:nvPr/>
        </p:nvGrpSpPr>
        <p:grpSpPr>
          <a:xfrm rot="0">
            <a:off x="70761" y="1550489"/>
            <a:ext cx="330603" cy="330603"/>
            <a:chOff x="0" y="0"/>
            <a:chExt cx="440804" cy="440804"/>
          </a:xfrm>
        </p:grpSpPr>
        <p:sp>
          <p:nvSpPr>
            <p:cNvPr name="Freeform 15" id="15"/>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000000"/>
            </a:solidFill>
            <a:ln w="12700">
              <a:solidFill>
                <a:srgbClr val="000000"/>
              </a:solidFill>
            </a:ln>
          </p:spPr>
        </p:sp>
      </p:grpSp>
      <p:grpSp>
        <p:nvGrpSpPr>
          <p:cNvPr name="Group 16" id="16"/>
          <p:cNvGrpSpPr/>
          <p:nvPr/>
        </p:nvGrpSpPr>
        <p:grpSpPr>
          <a:xfrm rot="5400000">
            <a:off x="9772021" y="887635"/>
            <a:ext cx="330603" cy="330603"/>
            <a:chOff x="0" y="0"/>
            <a:chExt cx="440804" cy="440804"/>
          </a:xfrm>
        </p:grpSpPr>
        <p:sp>
          <p:nvSpPr>
            <p:cNvPr name="Freeform 17" id="17"/>
            <p:cNvSpPr/>
            <p:nvPr/>
          </p:nvSpPr>
          <p:spPr>
            <a:xfrm flipH="false" flipV="false" rot="0">
              <a:off x="0" y="0"/>
              <a:ext cx="440817" cy="440817"/>
            </a:xfrm>
            <a:custGeom>
              <a:avLst/>
              <a:gdLst/>
              <a:ahLst/>
              <a:cxnLst/>
              <a:rect r="r" b="b" t="t" l="l"/>
              <a:pathLst>
                <a:path h="440817" w="440817">
                  <a:moveTo>
                    <a:pt x="440817" y="0"/>
                  </a:moveTo>
                  <a:lnTo>
                    <a:pt x="0" y="0"/>
                  </a:lnTo>
                  <a:lnTo>
                    <a:pt x="0" y="440817"/>
                  </a:lnTo>
                  <a:lnTo>
                    <a:pt x="440817" y="440817"/>
                  </a:lnTo>
                  <a:close/>
                </a:path>
              </a:pathLst>
            </a:custGeom>
            <a:solidFill>
              <a:srgbClr val="B13535"/>
            </a:solidFill>
            <a:ln w="12700">
              <a:solidFill>
                <a:srgbClr val="000000"/>
              </a:solidFill>
            </a:ln>
          </p:spPr>
        </p:sp>
      </p:grpSp>
      <p:grpSp>
        <p:nvGrpSpPr>
          <p:cNvPr name="Group 18" id="18"/>
          <p:cNvGrpSpPr/>
          <p:nvPr/>
        </p:nvGrpSpPr>
        <p:grpSpPr>
          <a:xfrm rot="5400000">
            <a:off x="9168879" y="284502"/>
            <a:ext cx="602999" cy="602999"/>
            <a:chOff x="0" y="0"/>
            <a:chExt cx="803999" cy="803999"/>
          </a:xfrm>
        </p:grpSpPr>
        <p:sp>
          <p:nvSpPr>
            <p:cNvPr name="Freeform 19" id="19"/>
            <p:cNvSpPr/>
            <p:nvPr/>
          </p:nvSpPr>
          <p:spPr>
            <a:xfrm flipH="false" flipV="false" rot="0">
              <a:off x="0" y="0"/>
              <a:ext cx="804037" cy="804037"/>
            </a:xfrm>
            <a:custGeom>
              <a:avLst/>
              <a:gdLst/>
              <a:ahLst/>
              <a:cxnLst/>
              <a:rect r="r" b="b" t="t" l="l"/>
              <a:pathLst>
                <a:path h="804037" w="804037">
                  <a:moveTo>
                    <a:pt x="804037" y="0"/>
                  </a:moveTo>
                  <a:lnTo>
                    <a:pt x="0" y="0"/>
                  </a:lnTo>
                  <a:lnTo>
                    <a:pt x="0" y="804037"/>
                  </a:lnTo>
                  <a:lnTo>
                    <a:pt x="804037" y="804037"/>
                  </a:lnTo>
                  <a:close/>
                </a:path>
              </a:pathLst>
            </a:custGeom>
            <a:solidFill>
              <a:srgbClr val="B13535"/>
            </a:solidFill>
            <a:ln w="12700">
              <a:solidFill>
                <a:srgbClr val="000000"/>
              </a:solidFill>
            </a:ln>
          </p:spPr>
        </p:sp>
      </p:grpSp>
      <p:grpSp>
        <p:nvGrpSpPr>
          <p:cNvPr name="Group 20" id="20"/>
          <p:cNvGrpSpPr/>
          <p:nvPr/>
        </p:nvGrpSpPr>
        <p:grpSpPr>
          <a:xfrm rot="0">
            <a:off x="1685249" y="2438848"/>
            <a:ext cx="9653397" cy="3151146"/>
            <a:chOff x="0" y="0"/>
            <a:chExt cx="12871196" cy="4201528"/>
          </a:xfrm>
        </p:grpSpPr>
        <p:sp>
          <p:nvSpPr>
            <p:cNvPr name="Freeform 21" id="21"/>
            <p:cNvSpPr/>
            <p:nvPr/>
          </p:nvSpPr>
          <p:spPr>
            <a:xfrm flipH="false" flipV="false" rot="0">
              <a:off x="0" y="0"/>
              <a:ext cx="12871200" cy="4201525"/>
            </a:xfrm>
            <a:custGeom>
              <a:avLst/>
              <a:gdLst/>
              <a:ahLst/>
              <a:cxnLst/>
              <a:rect r="r" b="b" t="t" l="l"/>
              <a:pathLst>
                <a:path h="4201525" w="12871200">
                  <a:moveTo>
                    <a:pt x="0" y="0"/>
                  </a:moveTo>
                  <a:lnTo>
                    <a:pt x="12871200" y="0"/>
                  </a:lnTo>
                  <a:lnTo>
                    <a:pt x="12871200" y="4201525"/>
                  </a:lnTo>
                  <a:lnTo>
                    <a:pt x="0" y="4201525"/>
                  </a:lnTo>
                  <a:close/>
                </a:path>
              </a:pathLst>
            </a:custGeom>
            <a:solidFill>
              <a:srgbClr val="000000">
                <a:alpha val="0"/>
              </a:srgbClr>
            </a:solidFill>
            <a:ln w="12700">
              <a:solidFill>
                <a:srgbClr val="000000"/>
              </a:solidFill>
            </a:ln>
          </p:spPr>
        </p:sp>
        <p:sp>
          <p:nvSpPr>
            <p:cNvPr name="TextBox 22" id="22"/>
            <p:cNvSpPr txBox="true"/>
            <p:nvPr/>
          </p:nvSpPr>
          <p:spPr>
            <a:xfrm>
              <a:off x="0" y="28575"/>
              <a:ext cx="12871196" cy="4172953"/>
            </a:xfrm>
            <a:prstGeom prst="rect">
              <a:avLst/>
            </a:prstGeom>
          </p:spPr>
          <p:txBody>
            <a:bodyPr anchor="b" rtlCol="false" tIns="0" lIns="0" bIns="0" rIns="0"/>
            <a:lstStyle/>
            <a:p>
              <a:pPr algn="r">
                <a:lnSpc>
                  <a:spcPts val="6048"/>
                </a:lnSpc>
              </a:pPr>
              <a:r>
                <a:rPr lang="en-US" sz="5599" b="true">
                  <a:solidFill>
                    <a:srgbClr val="000000"/>
                  </a:solidFill>
                  <a:latin typeface="Times New Roman Bold"/>
                  <a:ea typeface="Times New Roman Bold"/>
                  <a:cs typeface="Times New Roman Bold"/>
                  <a:sym typeface="Times New Roman Bold"/>
                </a:rPr>
                <a:t>Modeling Urban Inequality in Vadodara: A Spatial Data Science Approach</a:t>
              </a:r>
            </a:p>
          </p:txBody>
        </p:sp>
      </p:grpSp>
      <p:grpSp>
        <p:nvGrpSpPr>
          <p:cNvPr name="Group 23" id="23"/>
          <p:cNvGrpSpPr/>
          <p:nvPr/>
        </p:nvGrpSpPr>
        <p:grpSpPr>
          <a:xfrm rot="0">
            <a:off x="1649063" y="5589994"/>
            <a:ext cx="9653397" cy="1323556"/>
            <a:chOff x="0" y="0"/>
            <a:chExt cx="12871196" cy="1764741"/>
          </a:xfrm>
        </p:grpSpPr>
        <p:sp>
          <p:nvSpPr>
            <p:cNvPr name="Freeform 24" id="24"/>
            <p:cNvSpPr/>
            <p:nvPr/>
          </p:nvSpPr>
          <p:spPr>
            <a:xfrm flipH="false" flipV="false" rot="0">
              <a:off x="0" y="0"/>
              <a:ext cx="12871196" cy="1764792"/>
            </a:xfrm>
            <a:custGeom>
              <a:avLst/>
              <a:gdLst/>
              <a:ahLst/>
              <a:cxnLst/>
              <a:rect r="r" b="b" t="t" l="l"/>
              <a:pathLst>
                <a:path h="1764792" w="12871196">
                  <a:moveTo>
                    <a:pt x="0" y="0"/>
                  </a:moveTo>
                  <a:lnTo>
                    <a:pt x="12871196" y="0"/>
                  </a:lnTo>
                  <a:lnTo>
                    <a:pt x="12871196" y="1764792"/>
                  </a:lnTo>
                  <a:lnTo>
                    <a:pt x="0" y="1764792"/>
                  </a:lnTo>
                  <a:close/>
                </a:path>
              </a:pathLst>
            </a:custGeom>
            <a:solidFill>
              <a:srgbClr val="000000">
                <a:alpha val="0"/>
              </a:srgbClr>
            </a:solidFill>
            <a:ln w="12700">
              <a:solidFill>
                <a:srgbClr val="000000"/>
              </a:solidFill>
            </a:ln>
          </p:spPr>
        </p:sp>
        <p:sp>
          <p:nvSpPr>
            <p:cNvPr name="TextBox 25" id="25"/>
            <p:cNvSpPr txBox="true"/>
            <p:nvPr/>
          </p:nvSpPr>
          <p:spPr>
            <a:xfrm>
              <a:off x="0" y="-28575"/>
              <a:ext cx="12871196" cy="1793316"/>
            </a:xfrm>
            <a:prstGeom prst="rect">
              <a:avLst/>
            </a:prstGeom>
          </p:spPr>
          <p:txBody>
            <a:bodyPr anchor="t" rtlCol="false" tIns="50800" lIns="50800" bIns="50800" rIns="50800"/>
            <a:lstStyle/>
            <a:p>
              <a:pPr algn="r">
                <a:lnSpc>
                  <a:spcPts val="3840"/>
                </a:lnSpc>
              </a:pPr>
              <a:r>
                <a:rPr lang="en-US" sz="3200">
                  <a:solidFill>
                    <a:srgbClr val="F0F0F0"/>
                  </a:solidFill>
                  <a:latin typeface="Times New Roman"/>
                  <a:ea typeface="Times New Roman"/>
                  <a:cs typeface="Times New Roman"/>
                  <a:sym typeface="Times New Roman"/>
                </a:rPr>
                <a:t>A Spatial Analysis of Opportunity, Risk, and Access to essential public services</a:t>
              </a:r>
            </a:p>
            <a:p>
              <a:pPr algn="r">
                <a:lnSpc>
                  <a:spcPts val="3840"/>
                </a:lnSpc>
              </a:pPr>
            </a:p>
          </p:txBody>
        </p:sp>
      </p:grpSp>
      <p:grpSp>
        <p:nvGrpSpPr>
          <p:cNvPr name="Group 26" id="26"/>
          <p:cNvGrpSpPr/>
          <p:nvPr/>
        </p:nvGrpSpPr>
        <p:grpSpPr>
          <a:xfrm rot="0">
            <a:off x="12984251" y="0"/>
            <a:ext cx="5303996" cy="10287000"/>
            <a:chOff x="0" y="0"/>
            <a:chExt cx="7071995" cy="13716000"/>
          </a:xfrm>
        </p:grpSpPr>
        <p:sp>
          <p:nvSpPr>
            <p:cNvPr name="Freeform 27" id="27"/>
            <p:cNvSpPr/>
            <p:nvPr/>
          </p:nvSpPr>
          <p:spPr>
            <a:xfrm flipH="false" flipV="false" rot="0">
              <a:off x="0" y="0"/>
              <a:ext cx="7071995" cy="13716000"/>
            </a:xfrm>
            <a:custGeom>
              <a:avLst/>
              <a:gdLst/>
              <a:ahLst/>
              <a:cxnLst/>
              <a:rect r="r" b="b" t="t" l="l"/>
              <a:pathLst>
                <a:path h="13716000" w="7071995">
                  <a:moveTo>
                    <a:pt x="0" y="0"/>
                  </a:moveTo>
                  <a:lnTo>
                    <a:pt x="7071995" y="0"/>
                  </a:lnTo>
                  <a:lnTo>
                    <a:pt x="7071995" y="13716000"/>
                  </a:lnTo>
                  <a:lnTo>
                    <a:pt x="0" y="13716000"/>
                  </a:lnTo>
                  <a:close/>
                </a:path>
              </a:pathLst>
            </a:custGeom>
            <a:solidFill>
              <a:srgbClr val="000000"/>
            </a:solidFill>
            <a:ln w="12700">
              <a:solidFill>
                <a:srgbClr val="000000"/>
              </a:solidFill>
            </a:ln>
          </p:spPr>
        </p:sp>
      </p:grpSp>
      <p:grpSp>
        <p:nvGrpSpPr>
          <p:cNvPr name="Group 28" id="28"/>
          <p:cNvGrpSpPr/>
          <p:nvPr/>
        </p:nvGrpSpPr>
        <p:grpSpPr>
          <a:xfrm rot="0">
            <a:off x="1852412" y="2003250"/>
            <a:ext cx="330603" cy="330603"/>
            <a:chOff x="0" y="0"/>
            <a:chExt cx="440804" cy="440804"/>
          </a:xfrm>
        </p:grpSpPr>
        <p:sp>
          <p:nvSpPr>
            <p:cNvPr name="Freeform 29" id="29"/>
            <p:cNvSpPr/>
            <p:nvPr/>
          </p:nvSpPr>
          <p:spPr>
            <a:xfrm flipH="false" flipV="false" rot="0">
              <a:off x="0" y="0"/>
              <a:ext cx="440817" cy="440817"/>
            </a:xfrm>
            <a:custGeom>
              <a:avLst/>
              <a:gdLst/>
              <a:ahLst/>
              <a:cxnLst/>
              <a:rect r="r" b="b" t="t" l="l"/>
              <a:pathLst>
                <a:path h="440817" w="440817">
                  <a:moveTo>
                    <a:pt x="440817" y="0"/>
                  </a:moveTo>
                  <a:lnTo>
                    <a:pt x="0" y="0"/>
                  </a:lnTo>
                  <a:lnTo>
                    <a:pt x="0" y="440817"/>
                  </a:lnTo>
                  <a:lnTo>
                    <a:pt x="440817" y="440817"/>
                  </a:lnTo>
                  <a:close/>
                </a:path>
              </a:pathLst>
            </a:custGeom>
            <a:solidFill>
              <a:srgbClr val="B13535"/>
            </a:solidFill>
            <a:ln w="12700">
              <a:solidFill>
                <a:srgbClr val="000000"/>
              </a:solidFill>
            </a:ln>
          </p:spPr>
        </p:sp>
      </p:grpSp>
      <p:grpSp>
        <p:nvGrpSpPr>
          <p:cNvPr name="Group 30" id="30"/>
          <p:cNvGrpSpPr/>
          <p:nvPr/>
        </p:nvGrpSpPr>
        <p:grpSpPr>
          <a:xfrm rot="5400000">
            <a:off x="10498274" y="1218248"/>
            <a:ext cx="330603" cy="330603"/>
            <a:chOff x="0" y="0"/>
            <a:chExt cx="440804" cy="440804"/>
          </a:xfrm>
        </p:grpSpPr>
        <p:sp>
          <p:nvSpPr>
            <p:cNvPr name="Freeform 31" id="31"/>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000000"/>
            </a:solidFill>
            <a:ln w="12700">
              <a:solidFill>
                <a:srgbClr val="000000"/>
              </a:solidFill>
            </a:ln>
          </p:spPr>
        </p:sp>
      </p:grpSp>
      <p:sp>
        <p:nvSpPr>
          <p:cNvPr name="Freeform 32" id="32"/>
          <p:cNvSpPr/>
          <p:nvPr/>
        </p:nvSpPr>
        <p:spPr>
          <a:xfrm flipH="false" flipV="false" rot="0">
            <a:off x="13209089" y="-584359"/>
            <a:ext cx="6932085" cy="10871692"/>
          </a:xfrm>
          <a:custGeom>
            <a:avLst/>
            <a:gdLst/>
            <a:ahLst/>
            <a:cxnLst/>
            <a:rect r="r" b="b" t="t" l="l"/>
            <a:pathLst>
              <a:path h="10871692" w="6932085">
                <a:moveTo>
                  <a:pt x="0" y="0"/>
                </a:moveTo>
                <a:lnTo>
                  <a:pt x="6932085" y="0"/>
                </a:lnTo>
                <a:lnTo>
                  <a:pt x="6932085" y="10871692"/>
                </a:lnTo>
                <a:lnTo>
                  <a:pt x="0" y="10871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3" id="33"/>
          <p:cNvSpPr txBox="true"/>
          <p:nvPr/>
        </p:nvSpPr>
        <p:spPr>
          <a:xfrm rot="0">
            <a:off x="1699946" y="7543676"/>
            <a:ext cx="3331540" cy="2697604"/>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Bhagyashree Bhate</a:t>
            </a:r>
          </a:p>
          <a:p>
            <a:pPr algn="l">
              <a:lnSpc>
                <a:spcPts val="3359"/>
              </a:lnSpc>
            </a:pPr>
            <a:r>
              <a:rPr lang="en-US" sz="2799">
                <a:solidFill>
                  <a:srgbClr val="000000"/>
                </a:solidFill>
                <a:latin typeface="Arial"/>
                <a:ea typeface="Arial"/>
                <a:cs typeface="Arial"/>
                <a:sym typeface="Arial"/>
              </a:rPr>
              <a:t>Bhavya Savalia</a:t>
            </a:r>
          </a:p>
          <a:p>
            <a:pPr algn="l">
              <a:lnSpc>
                <a:spcPts val="3359"/>
              </a:lnSpc>
            </a:pPr>
            <a:r>
              <a:rPr lang="en-US" sz="2799">
                <a:solidFill>
                  <a:srgbClr val="000000"/>
                </a:solidFill>
                <a:latin typeface="Arial"/>
                <a:ea typeface="Arial"/>
                <a:cs typeface="Arial"/>
                <a:sym typeface="Arial"/>
              </a:rPr>
              <a:t>Dipanshu Narang</a:t>
            </a:r>
          </a:p>
          <a:p>
            <a:pPr algn="l">
              <a:lnSpc>
                <a:spcPts val="3359"/>
              </a:lnSpc>
            </a:pPr>
            <a:r>
              <a:rPr lang="en-US" sz="2799">
                <a:solidFill>
                  <a:srgbClr val="000000"/>
                </a:solidFill>
                <a:latin typeface="Arial"/>
                <a:ea typeface="Arial"/>
                <a:cs typeface="Arial"/>
                <a:sym typeface="Arial"/>
              </a:rPr>
              <a:t>Rupesh Pandey</a:t>
            </a:r>
          </a:p>
          <a:p>
            <a:pPr algn="l">
              <a:lnSpc>
                <a:spcPts val="3359"/>
              </a:lnSpc>
            </a:pPr>
          </a:p>
          <a:p>
            <a:pPr algn="l">
              <a:lnSpc>
                <a:spcPts val="3359"/>
              </a:lnSpc>
            </a:pPr>
            <a:r>
              <a:rPr lang="en-US" sz="2799">
                <a:solidFill>
                  <a:srgbClr val="000000"/>
                </a:solidFill>
                <a:latin typeface="Arial"/>
                <a:ea typeface="Arial"/>
                <a:cs typeface="Arial"/>
                <a:sym typeface="Arial"/>
              </a:rPr>
              <a:t>Ms. Sheetal Prasad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5816032" y="9324137"/>
            <a:ext cx="330603" cy="330603"/>
            <a:chOff x="0" y="0"/>
            <a:chExt cx="440804" cy="440804"/>
          </a:xfrm>
        </p:grpSpPr>
        <p:sp>
          <p:nvSpPr>
            <p:cNvPr name="Freeform 3" id="3"/>
            <p:cNvSpPr/>
            <p:nvPr/>
          </p:nvSpPr>
          <p:spPr>
            <a:xfrm flipH="false" flipV="false" rot="0">
              <a:off x="0" y="0"/>
              <a:ext cx="440817" cy="440817"/>
            </a:xfrm>
            <a:custGeom>
              <a:avLst/>
              <a:gdLst/>
              <a:ahLst/>
              <a:cxnLst/>
              <a:rect r="r" b="b" t="t" l="l"/>
              <a:pathLst>
                <a:path h="440817" w="440817">
                  <a:moveTo>
                    <a:pt x="440817" y="0"/>
                  </a:moveTo>
                  <a:lnTo>
                    <a:pt x="0" y="0"/>
                  </a:lnTo>
                  <a:lnTo>
                    <a:pt x="0" y="440817"/>
                  </a:lnTo>
                  <a:lnTo>
                    <a:pt x="440817" y="440817"/>
                  </a:lnTo>
                  <a:close/>
                </a:path>
              </a:pathLst>
            </a:custGeom>
            <a:solidFill>
              <a:srgbClr val="B13535"/>
            </a:solidFill>
            <a:ln w="12700">
              <a:solidFill>
                <a:srgbClr val="000000"/>
              </a:solidFill>
            </a:ln>
          </p:spPr>
        </p:sp>
      </p:grpSp>
      <p:grpSp>
        <p:nvGrpSpPr>
          <p:cNvPr name="Group 4" id="4"/>
          <p:cNvGrpSpPr/>
          <p:nvPr/>
        </p:nvGrpSpPr>
        <p:grpSpPr>
          <a:xfrm rot="0">
            <a:off x="5212909" y="9654892"/>
            <a:ext cx="602999" cy="602999"/>
            <a:chOff x="0" y="0"/>
            <a:chExt cx="803999" cy="803999"/>
          </a:xfrm>
        </p:grpSpPr>
        <p:sp>
          <p:nvSpPr>
            <p:cNvPr name="Freeform 5" id="5"/>
            <p:cNvSpPr/>
            <p:nvPr/>
          </p:nvSpPr>
          <p:spPr>
            <a:xfrm flipH="false" flipV="false" rot="0">
              <a:off x="0" y="0"/>
              <a:ext cx="804037" cy="804037"/>
            </a:xfrm>
            <a:custGeom>
              <a:avLst/>
              <a:gdLst/>
              <a:ahLst/>
              <a:cxnLst/>
              <a:rect r="r" b="b" t="t" l="l"/>
              <a:pathLst>
                <a:path h="804037" w="804037">
                  <a:moveTo>
                    <a:pt x="804037" y="0"/>
                  </a:moveTo>
                  <a:lnTo>
                    <a:pt x="0" y="0"/>
                  </a:lnTo>
                  <a:lnTo>
                    <a:pt x="0" y="804037"/>
                  </a:lnTo>
                  <a:lnTo>
                    <a:pt x="804037" y="804037"/>
                  </a:lnTo>
                  <a:close/>
                </a:path>
              </a:pathLst>
            </a:custGeom>
            <a:solidFill>
              <a:srgbClr val="B13535"/>
            </a:solidFill>
            <a:ln w="12700">
              <a:solidFill>
                <a:srgbClr val="000000"/>
              </a:solidFill>
            </a:ln>
          </p:spPr>
        </p:sp>
      </p:grpSp>
      <p:grpSp>
        <p:nvGrpSpPr>
          <p:cNvPr name="Group 6" id="6"/>
          <p:cNvGrpSpPr/>
          <p:nvPr/>
        </p:nvGrpSpPr>
        <p:grpSpPr>
          <a:xfrm rot="0">
            <a:off x="6146654" y="9956387"/>
            <a:ext cx="330603" cy="330603"/>
            <a:chOff x="0" y="0"/>
            <a:chExt cx="440804" cy="440804"/>
          </a:xfrm>
        </p:grpSpPr>
        <p:sp>
          <p:nvSpPr>
            <p:cNvPr name="Freeform 7" id="7"/>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000000"/>
            </a:solidFill>
            <a:ln w="12700">
              <a:solidFill>
                <a:srgbClr val="000000"/>
              </a:solidFill>
            </a:ln>
          </p:spPr>
        </p:sp>
      </p:grpSp>
      <p:grpSp>
        <p:nvGrpSpPr>
          <p:cNvPr name="Group 8" id="8"/>
          <p:cNvGrpSpPr/>
          <p:nvPr/>
        </p:nvGrpSpPr>
        <p:grpSpPr>
          <a:xfrm rot="-5400000">
            <a:off x="6477276" y="9625765"/>
            <a:ext cx="330603" cy="330603"/>
            <a:chOff x="0" y="0"/>
            <a:chExt cx="440804" cy="440804"/>
          </a:xfrm>
        </p:grpSpPr>
        <p:sp>
          <p:nvSpPr>
            <p:cNvPr name="Freeform 9" id="9"/>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000000"/>
            </a:solidFill>
            <a:ln w="12700">
              <a:solidFill>
                <a:srgbClr val="000000"/>
              </a:solidFill>
            </a:ln>
          </p:spPr>
        </p:sp>
      </p:grpSp>
      <p:grpSp>
        <p:nvGrpSpPr>
          <p:cNvPr name="Group 10" id="10"/>
          <p:cNvGrpSpPr/>
          <p:nvPr/>
        </p:nvGrpSpPr>
        <p:grpSpPr>
          <a:xfrm rot="-5400000">
            <a:off x="7204281" y="9625765"/>
            <a:ext cx="330603" cy="330603"/>
            <a:chOff x="0" y="0"/>
            <a:chExt cx="440804" cy="440804"/>
          </a:xfrm>
        </p:grpSpPr>
        <p:sp>
          <p:nvSpPr>
            <p:cNvPr name="Freeform 11" id="11"/>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B13535"/>
            </a:solidFill>
            <a:ln w="12700">
              <a:solidFill>
                <a:srgbClr val="000000"/>
              </a:solidFill>
            </a:ln>
          </p:spPr>
        </p:sp>
      </p:grpSp>
      <p:grpSp>
        <p:nvGrpSpPr>
          <p:cNvPr name="Group 12" id="12"/>
          <p:cNvGrpSpPr/>
          <p:nvPr/>
        </p:nvGrpSpPr>
        <p:grpSpPr>
          <a:xfrm rot="-5400000">
            <a:off x="17209818" y="3015558"/>
            <a:ext cx="330603" cy="330603"/>
            <a:chOff x="0" y="0"/>
            <a:chExt cx="440804" cy="440804"/>
          </a:xfrm>
        </p:grpSpPr>
        <p:sp>
          <p:nvSpPr>
            <p:cNvPr name="Freeform 13" id="13"/>
            <p:cNvSpPr/>
            <p:nvPr/>
          </p:nvSpPr>
          <p:spPr>
            <a:xfrm flipH="false" flipV="false" rot="0">
              <a:off x="0" y="0"/>
              <a:ext cx="440817" cy="440817"/>
            </a:xfrm>
            <a:custGeom>
              <a:avLst/>
              <a:gdLst/>
              <a:ahLst/>
              <a:cxnLst/>
              <a:rect r="r" b="b" t="t" l="l"/>
              <a:pathLst>
                <a:path h="440817" w="440817">
                  <a:moveTo>
                    <a:pt x="0" y="0"/>
                  </a:moveTo>
                  <a:lnTo>
                    <a:pt x="440817" y="0"/>
                  </a:lnTo>
                  <a:lnTo>
                    <a:pt x="440817" y="440817"/>
                  </a:lnTo>
                  <a:lnTo>
                    <a:pt x="0" y="440817"/>
                  </a:lnTo>
                  <a:close/>
                </a:path>
              </a:pathLst>
            </a:custGeom>
            <a:solidFill>
              <a:srgbClr val="B13535"/>
            </a:solidFill>
            <a:ln w="12700">
              <a:solidFill>
                <a:srgbClr val="000000"/>
              </a:solidFill>
            </a:ln>
          </p:spPr>
        </p:sp>
      </p:grpSp>
      <p:grpSp>
        <p:nvGrpSpPr>
          <p:cNvPr name="Group 14" id="14"/>
          <p:cNvGrpSpPr/>
          <p:nvPr/>
        </p:nvGrpSpPr>
        <p:grpSpPr>
          <a:xfrm rot="-5400000">
            <a:off x="17540564" y="2412425"/>
            <a:ext cx="602999" cy="602999"/>
            <a:chOff x="0" y="0"/>
            <a:chExt cx="803999" cy="803999"/>
          </a:xfrm>
        </p:grpSpPr>
        <p:sp>
          <p:nvSpPr>
            <p:cNvPr name="Freeform 15" id="15"/>
            <p:cNvSpPr/>
            <p:nvPr/>
          </p:nvSpPr>
          <p:spPr>
            <a:xfrm flipH="false" flipV="false" rot="0">
              <a:off x="0" y="0"/>
              <a:ext cx="804037" cy="804037"/>
            </a:xfrm>
            <a:custGeom>
              <a:avLst/>
              <a:gdLst/>
              <a:ahLst/>
              <a:cxnLst/>
              <a:rect r="r" b="b" t="t" l="l"/>
              <a:pathLst>
                <a:path h="804037" w="804037">
                  <a:moveTo>
                    <a:pt x="0" y="0"/>
                  </a:moveTo>
                  <a:lnTo>
                    <a:pt x="804037" y="0"/>
                  </a:lnTo>
                  <a:lnTo>
                    <a:pt x="804037" y="804037"/>
                  </a:lnTo>
                  <a:lnTo>
                    <a:pt x="0" y="804037"/>
                  </a:lnTo>
                  <a:close/>
                </a:path>
              </a:pathLst>
            </a:custGeom>
            <a:solidFill>
              <a:srgbClr val="000000"/>
            </a:solidFill>
            <a:ln w="12700">
              <a:solidFill>
                <a:srgbClr val="000000"/>
              </a:solidFill>
            </a:ln>
          </p:spPr>
        </p:sp>
      </p:grpSp>
      <p:grpSp>
        <p:nvGrpSpPr>
          <p:cNvPr name="Group 16" id="16"/>
          <p:cNvGrpSpPr/>
          <p:nvPr/>
        </p:nvGrpSpPr>
        <p:grpSpPr>
          <a:xfrm rot="-5400000">
            <a:off x="632270" y="5101876"/>
            <a:ext cx="330603" cy="330603"/>
            <a:chOff x="0" y="0"/>
            <a:chExt cx="440804" cy="440804"/>
          </a:xfrm>
        </p:grpSpPr>
        <p:sp>
          <p:nvSpPr>
            <p:cNvPr name="Freeform 17" id="17"/>
            <p:cNvSpPr/>
            <p:nvPr/>
          </p:nvSpPr>
          <p:spPr>
            <a:xfrm flipH="false" flipV="false" rot="0">
              <a:off x="0" y="0"/>
              <a:ext cx="440817" cy="440817"/>
            </a:xfrm>
            <a:custGeom>
              <a:avLst/>
              <a:gdLst/>
              <a:ahLst/>
              <a:cxnLst/>
              <a:rect r="r" b="b" t="t" l="l"/>
              <a:pathLst>
                <a:path h="440817" w="440817">
                  <a:moveTo>
                    <a:pt x="440817" y="0"/>
                  </a:moveTo>
                  <a:lnTo>
                    <a:pt x="0" y="0"/>
                  </a:lnTo>
                  <a:lnTo>
                    <a:pt x="0" y="440817"/>
                  </a:lnTo>
                  <a:lnTo>
                    <a:pt x="440817" y="440817"/>
                  </a:lnTo>
                  <a:close/>
                </a:path>
              </a:pathLst>
            </a:custGeom>
            <a:solidFill>
              <a:srgbClr val="000000"/>
            </a:solidFill>
            <a:ln w="12700">
              <a:solidFill>
                <a:srgbClr val="000000"/>
              </a:solidFill>
            </a:ln>
          </p:spPr>
        </p:sp>
      </p:grpSp>
      <p:grpSp>
        <p:nvGrpSpPr>
          <p:cNvPr name="Group 18" id="18"/>
          <p:cNvGrpSpPr/>
          <p:nvPr/>
        </p:nvGrpSpPr>
        <p:grpSpPr>
          <a:xfrm rot="0">
            <a:off x="301638" y="5432498"/>
            <a:ext cx="330603" cy="330603"/>
            <a:chOff x="0" y="0"/>
            <a:chExt cx="440804" cy="440804"/>
          </a:xfrm>
        </p:grpSpPr>
        <p:sp>
          <p:nvSpPr>
            <p:cNvPr name="Freeform 19" id="19"/>
            <p:cNvSpPr/>
            <p:nvPr/>
          </p:nvSpPr>
          <p:spPr>
            <a:xfrm flipH="false" flipV="false" rot="0">
              <a:off x="0" y="0"/>
              <a:ext cx="440817" cy="440817"/>
            </a:xfrm>
            <a:custGeom>
              <a:avLst/>
              <a:gdLst/>
              <a:ahLst/>
              <a:cxnLst/>
              <a:rect r="r" b="b" t="t" l="l"/>
              <a:pathLst>
                <a:path h="440817" w="440817">
                  <a:moveTo>
                    <a:pt x="440817" y="0"/>
                  </a:moveTo>
                  <a:lnTo>
                    <a:pt x="0" y="0"/>
                  </a:lnTo>
                  <a:lnTo>
                    <a:pt x="0" y="440817"/>
                  </a:lnTo>
                  <a:lnTo>
                    <a:pt x="440817" y="440817"/>
                  </a:lnTo>
                  <a:close/>
                </a:path>
              </a:pathLst>
            </a:custGeom>
            <a:solidFill>
              <a:srgbClr val="000000"/>
            </a:solidFill>
            <a:ln w="12700">
              <a:solidFill>
                <a:srgbClr val="000000"/>
              </a:solidFill>
            </a:ln>
          </p:spPr>
        </p:sp>
      </p:grpSp>
      <p:grpSp>
        <p:nvGrpSpPr>
          <p:cNvPr name="Group 20" id="20"/>
          <p:cNvGrpSpPr/>
          <p:nvPr/>
        </p:nvGrpSpPr>
        <p:grpSpPr>
          <a:xfrm rot="0">
            <a:off x="301638" y="6159503"/>
            <a:ext cx="330603" cy="330603"/>
            <a:chOff x="0" y="0"/>
            <a:chExt cx="440804" cy="440804"/>
          </a:xfrm>
        </p:grpSpPr>
        <p:sp>
          <p:nvSpPr>
            <p:cNvPr name="Freeform 21" id="21"/>
            <p:cNvSpPr/>
            <p:nvPr/>
          </p:nvSpPr>
          <p:spPr>
            <a:xfrm flipH="false" flipV="false" rot="0">
              <a:off x="0" y="0"/>
              <a:ext cx="440817" cy="440817"/>
            </a:xfrm>
            <a:custGeom>
              <a:avLst/>
              <a:gdLst/>
              <a:ahLst/>
              <a:cxnLst/>
              <a:rect r="r" b="b" t="t" l="l"/>
              <a:pathLst>
                <a:path h="440817" w="440817">
                  <a:moveTo>
                    <a:pt x="440817" y="0"/>
                  </a:moveTo>
                  <a:lnTo>
                    <a:pt x="0" y="0"/>
                  </a:lnTo>
                  <a:lnTo>
                    <a:pt x="0" y="440817"/>
                  </a:lnTo>
                  <a:lnTo>
                    <a:pt x="440817" y="440817"/>
                  </a:lnTo>
                  <a:close/>
                </a:path>
              </a:pathLst>
            </a:custGeom>
            <a:solidFill>
              <a:srgbClr val="B13535"/>
            </a:solidFill>
            <a:ln w="12700">
              <a:solidFill>
                <a:srgbClr val="000000"/>
              </a:solidFill>
            </a:ln>
          </p:spPr>
        </p:sp>
      </p:grpSp>
      <p:grpSp>
        <p:nvGrpSpPr>
          <p:cNvPr name="Group 22" id="22"/>
          <p:cNvGrpSpPr/>
          <p:nvPr/>
        </p:nvGrpSpPr>
        <p:grpSpPr>
          <a:xfrm rot="0">
            <a:off x="1453858" y="1760506"/>
            <a:ext cx="1247785" cy="774002"/>
            <a:chOff x="0" y="0"/>
            <a:chExt cx="1663713" cy="1032002"/>
          </a:xfrm>
        </p:grpSpPr>
        <p:sp>
          <p:nvSpPr>
            <p:cNvPr name="Freeform 23" id="23"/>
            <p:cNvSpPr/>
            <p:nvPr/>
          </p:nvSpPr>
          <p:spPr>
            <a:xfrm flipH="false" flipV="false" rot="0">
              <a:off x="0" y="0"/>
              <a:ext cx="1663709" cy="1032003"/>
            </a:xfrm>
            <a:custGeom>
              <a:avLst/>
              <a:gdLst/>
              <a:ahLst/>
              <a:cxnLst/>
              <a:rect r="r" b="b" t="t" l="l"/>
              <a:pathLst>
                <a:path h="1032003" w="1663709">
                  <a:moveTo>
                    <a:pt x="0" y="0"/>
                  </a:moveTo>
                  <a:lnTo>
                    <a:pt x="1663709" y="0"/>
                  </a:lnTo>
                  <a:lnTo>
                    <a:pt x="1663709" y="1032003"/>
                  </a:lnTo>
                  <a:lnTo>
                    <a:pt x="0" y="1032003"/>
                  </a:lnTo>
                  <a:close/>
                </a:path>
              </a:pathLst>
            </a:custGeom>
            <a:solidFill>
              <a:srgbClr val="000000">
                <a:alpha val="0"/>
              </a:srgbClr>
            </a:solidFill>
            <a:ln w="12700">
              <a:solidFill>
                <a:srgbClr val="000000"/>
              </a:solidFill>
            </a:ln>
          </p:spPr>
        </p:sp>
        <p:sp>
          <p:nvSpPr>
            <p:cNvPr name="TextBox 24" id="24"/>
            <p:cNvSpPr txBox="true"/>
            <p:nvPr/>
          </p:nvSpPr>
          <p:spPr>
            <a:xfrm>
              <a:off x="0" y="-38100"/>
              <a:ext cx="1663713" cy="1070102"/>
            </a:xfrm>
            <a:prstGeom prst="rect">
              <a:avLst/>
            </a:prstGeom>
          </p:spPr>
          <p:txBody>
            <a:bodyPr anchor="ctr" rtlCol="false" tIns="0" lIns="0" bIns="0" rIns="0"/>
            <a:lstStyle/>
            <a:p>
              <a:pPr algn="ctr">
                <a:lnSpc>
                  <a:spcPts val="7920"/>
                </a:lnSpc>
              </a:pPr>
              <a:r>
                <a:rPr lang="en-US" b="true" sz="6600">
                  <a:solidFill>
                    <a:srgbClr val="000000"/>
                  </a:solidFill>
                  <a:latin typeface="Arimo Bold"/>
                  <a:ea typeface="Arimo Bold"/>
                  <a:cs typeface="Arimo Bold"/>
                  <a:sym typeface="Arimo Bold"/>
                </a:rPr>
                <a:t>01</a:t>
              </a:r>
            </a:p>
          </p:txBody>
        </p:sp>
      </p:grpSp>
      <p:grpSp>
        <p:nvGrpSpPr>
          <p:cNvPr name="Group 25" id="25"/>
          <p:cNvGrpSpPr/>
          <p:nvPr/>
        </p:nvGrpSpPr>
        <p:grpSpPr>
          <a:xfrm rot="0">
            <a:off x="2936024" y="1897418"/>
            <a:ext cx="8051997" cy="774002"/>
            <a:chOff x="0" y="0"/>
            <a:chExt cx="10735996" cy="1032002"/>
          </a:xfrm>
        </p:grpSpPr>
        <p:sp>
          <p:nvSpPr>
            <p:cNvPr name="Freeform 26" id="26"/>
            <p:cNvSpPr/>
            <p:nvPr/>
          </p:nvSpPr>
          <p:spPr>
            <a:xfrm flipH="false" flipV="false" rot="0">
              <a:off x="0" y="0"/>
              <a:ext cx="10736000" cy="1032000"/>
            </a:xfrm>
            <a:custGeom>
              <a:avLst/>
              <a:gdLst/>
              <a:ahLst/>
              <a:cxnLst/>
              <a:rect r="r" b="b" t="t" l="l"/>
              <a:pathLst>
                <a:path h="1032000" w="10736000">
                  <a:moveTo>
                    <a:pt x="0" y="0"/>
                  </a:moveTo>
                  <a:lnTo>
                    <a:pt x="10736000" y="0"/>
                  </a:lnTo>
                  <a:lnTo>
                    <a:pt x="10736000" y="1032000"/>
                  </a:lnTo>
                  <a:lnTo>
                    <a:pt x="0" y="1032000"/>
                  </a:lnTo>
                  <a:close/>
                </a:path>
              </a:pathLst>
            </a:custGeom>
            <a:blipFill>
              <a:blip r:embed="rId2">
                <a:alphaModFix amt="0"/>
              </a:blip>
              <a:stretch>
                <a:fillRect l="0" t="-244537" r="0" b="-244537"/>
              </a:stretch>
            </a:blipFill>
          </p:spPr>
        </p:sp>
        <p:sp>
          <p:nvSpPr>
            <p:cNvPr name="TextBox 27" id="27"/>
            <p:cNvSpPr txBox="true"/>
            <p:nvPr/>
          </p:nvSpPr>
          <p:spPr>
            <a:xfrm>
              <a:off x="0" y="-19050"/>
              <a:ext cx="10735996" cy="1051052"/>
            </a:xfrm>
            <a:prstGeom prst="rect">
              <a:avLst/>
            </a:prstGeom>
          </p:spPr>
          <p:txBody>
            <a:bodyPr anchor="b" rtlCol="false" tIns="0" lIns="0" bIns="0" rIns="0"/>
            <a:lstStyle/>
            <a:p>
              <a:pPr algn="l">
                <a:lnSpc>
                  <a:spcPts val="4800"/>
                </a:lnSpc>
              </a:pPr>
              <a:r>
                <a:rPr lang="en-US" b="true" sz="4000">
                  <a:solidFill>
                    <a:srgbClr val="000000"/>
                  </a:solidFill>
                  <a:latin typeface="Arimo Bold"/>
                  <a:ea typeface="Arimo Bold"/>
                  <a:cs typeface="Arimo Bold"/>
                  <a:sym typeface="Arimo Bold"/>
                </a:rPr>
                <a:t>INTRODUCTION</a:t>
              </a:r>
            </a:p>
          </p:txBody>
        </p:sp>
      </p:grpSp>
      <p:grpSp>
        <p:nvGrpSpPr>
          <p:cNvPr name="Group 28" id="28"/>
          <p:cNvGrpSpPr/>
          <p:nvPr/>
        </p:nvGrpSpPr>
        <p:grpSpPr>
          <a:xfrm rot="0">
            <a:off x="1444333" y="3101102"/>
            <a:ext cx="1266835" cy="793052"/>
            <a:chOff x="0" y="0"/>
            <a:chExt cx="1689113" cy="1057402"/>
          </a:xfrm>
        </p:grpSpPr>
        <p:sp>
          <p:nvSpPr>
            <p:cNvPr name="Freeform 29" id="29"/>
            <p:cNvSpPr/>
            <p:nvPr/>
          </p:nvSpPr>
          <p:spPr>
            <a:xfrm flipH="false" flipV="false" rot="0">
              <a:off x="0" y="0"/>
              <a:ext cx="1689109" cy="1057403"/>
            </a:xfrm>
            <a:custGeom>
              <a:avLst/>
              <a:gdLst/>
              <a:ahLst/>
              <a:cxnLst/>
              <a:rect r="r" b="b" t="t" l="l"/>
              <a:pathLst>
                <a:path h="1057403" w="1689109">
                  <a:moveTo>
                    <a:pt x="0" y="0"/>
                  </a:moveTo>
                  <a:lnTo>
                    <a:pt x="1689109" y="0"/>
                  </a:lnTo>
                  <a:lnTo>
                    <a:pt x="1689109" y="1057403"/>
                  </a:lnTo>
                  <a:lnTo>
                    <a:pt x="0" y="1057403"/>
                  </a:lnTo>
                  <a:close/>
                </a:path>
              </a:pathLst>
            </a:custGeom>
            <a:solidFill>
              <a:srgbClr val="000000">
                <a:alpha val="0"/>
              </a:srgbClr>
            </a:solidFill>
            <a:ln w="12700">
              <a:solidFill>
                <a:srgbClr val="000000"/>
              </a:solidFill>
            </a:ln>
          </p:spPr>
        </p:sp>
        <p:sp>
          <p:nvSpPr>
            <p:cNvPr name="TextBox 30" id="30"/>
            <p:cNvSpPr txBox="true"/>
            <p:nvPr/>
          </p:nvSpPr>
          <p:spPr>
            <a:xfrm>
              <a:off x="0" y="-28575"/>
              <a:ext cx="1689113" cy="1085977"/>
            </a:xfrm>
            <a:prstGeom prst="rect">
              <a:avLst/>
            </a:prstGeom>
          </p:spPr>
          <p:txBody>
            <a:bodyPr anchor="ctr" rtlCol="false" tIns="0" lIns="0" bIns="0" rIns="0"/>
            <a:lstStyle/>
            <a:p>
              <a:pPr algn="ctr">
                <a:lnSpc>
                  <a:spcPts val="7200"/>
                </a:lnSpc>
              </a:pPr>
              <a:r>
                <a:rPr lang="en-US" sz="6000">
                  <a:solidFill>
                    <a:srgbClr val="000000"/>
                  </a:solidFill>
                  <a:latin typeface="Arimo"/>
                  <a:ea typeface="Arimo"/>
                  <a:cs typeface="Arimo"/>
                  <a:sym typeface="Arimo"/>
                </a:rPr>
                <a:t>02</a:t>
              </a:r>
            </a:p>
          </p:txBody>
        </p:sp>
      </p:grpSp>
      <p:grpSp>
        <p:nvGrpSpPr>
          <p:cNvPr name="Group 31" id="31"/>
          <p:cNvGrpSpPr/>
          <p:nvPr/>
        </p:nvGrpSpPr>
        <p:grpSpPr>
          <a:xfrm rot="0">
            <a:off x="2936024" y="3298298"/>
            <a:ext cx="6109125" cy="774002"/>
            <a:chOff x="0" y="0"/>
            <a:chExt cx="8145501" cy="1032002"/>
          </a:xfrm>
        </p:grpSpPr>
        <p:sp>
          <p:nvSpPr>
            <p:cNvPr name="Freeform 32" id="32"/>
            <p:cNvSpPr/>
            <p:nvPr/>
          </p:nvSpPr>
          <p:spPr>
            <a:xfrm flipH="false" flipV="false" rot="0">
              <a:off x="0" y="0"/>
              <a:ext cx="8145501" cy="1032000"/>
            </a:xfrm>
            <a:custGeom>
              <a:avLst/>
              <a:gdLst/>
              <a:ahLst/>
              <a:cxnLst/>
              <a:rect r="r" b="b" t="t" l="l"/>
              <a:pathLst>
                <a:path h="1032000" w="8145501">
                  <a:moveTo>
                    <a:pt x="0" y="0"/>
                  </a:moveTo>
                  <a:lnTo>
                    <a:pt x="8145501" y="0"/>
                  </a:lnTo>
                  <a:lnTo>
                    <a:pt x="8145501" y="1032000"/>
                  </a:lnTo>
                  <a:lnTo>
                    <a:pt x="0" y="1032000"/>
                  </a:lnTo>
                  <a:close/>
                </a:path>
              </a:pathLst>
            </a:custGeom>
            <a:solidFill>
              <a:srgbClr val="000000">
                <a:alpha val="0"/>
              </a:srgbClr>
            </a:solidFill>
            <a:ln w="12700">
              <a:solidFill>
                <a:srgbClr val="000000"/>
              </a:solidFill>
            </a:ln>
          </p:spPr>
        </p:sp>
        <p:sp>
          <p:nvSpPr>
            <p:cNvPr name="TextBox 33" id="33"/>
            <p:cNvSpPr txBox="true"/>
            <p:nvPr/>
          </p:nvSpPr>
          <p:spPr>
            <a:xfrm>
              <a:off x="0" y="-19050"/>
              <a:ext cx="8145501" cy="1051052"/>
            </a:xfrm>
            <a:prstGeom prst="rect">
              <a:avLst/>
            </a:prstGeom>
          </p:spPr>
          <p:txBody>
            <a:bodyPr anchor="b" rtlCol="false" tIns="0" lIns="0" bIns="0" rIns="0"/>
            <a:lstStyle/>
            <a:p>
              <a:pPr algn="l">
                <a:lnSpc>
                  <a:spcPts val="4800"/>
                </a:lnSpc>
              </a:pPr>
              <a:r>
                <a:rPr lang="en-US" b="true" sz="4000">
                  <a:solidFill>
                    <a:srgbClr val="000000"/>
                  </a:solidFill>
                  <a:latin typeface="Arimo Bold"/>
                  <a:ea typeface="Arimo Bold"/>
                  <a:cs typeface="Arimo Bold"/>
                  <a:sym typeface="Arimo Bold"/>
                </a:rPr>
                <a:t>OBJECTIVES</a:t>
              </a:r>
            </a:p>
          </p:txBody>
        </p:sp>
      </p:grpSp>
      <p:grpSp>
        <p:nvGrpSpPr>
          <p:cNvPr name="Group 34" id="34"/>
          <p:cNvGrpSpPr/>
          <p:nvPr/>
        </p:nvGrpSpPr>
        <p:grpSpPr>
          <a:xfrm rot="0">
            <a:off x="1444333" y="4450518"/>
            <a:ext cx="1266835" cy="793052"/>
            <a:chOff x="0" y="0"/>
            <a:chExt cx="1689113" cy="1057402"/>
          </a:xfrm>
        </p:grpSpPr>
        <p:sp>
          <p:nvSpPr>
            <p:cNvPr name="Freeform 35" id="35"/>
            <p:cNvSpPr/>
            <p:nvPr/>
          </p:nvSpPr>
          <p:spPr>
            <a:xfrm flipH="false" flipV="false" rot="0">
              <a:off x="0" y="0"/>
              <a:ext cx="1689109" cy="1057403"/>
            </a:xfrm>
            <a:custGeom>
              <a:avLst/>
              <a:gdLst/>
              <a:ahLst/>
              <a:cxnLst/>
              <a:rect r="r" b="b" t="t" l="l"/>
              <a:pathLst>
                <a:path h="1057403" w="1689109">
                  <a:moveTo>
                    <a:pt x="0" y="0"/>
                  </a:moveTo>
                  <a:lnTo>
                    <a:pt x="1689109" y="0"/>
                  </a:lnTo>
                  <a:lnTo>
                    <a:pt x="1689109" y="1057403"/>
                  </a:lnTo>
                  <a:lnTo>
                    <a:pt x="0" y="1057403"/>
                  </a:lnTo>
                  <a:close/>
                </a:path>
              </a:pathLst>
            </a:custGeom>
            <a:solidFill>
              <a:srgbClr val="000000">
                <a:alpha val="0"/>
              </a:srgbClr>
            </a:solidFill>
            <a:ln w="12700">
              <a:solidFill>
                <a:srgbClr val="000000"/>
              </a:solidFill>
            </a:ln>
          </p:spPr>
        </p:sp>
        <p:sp>
          <p:nvSpPr>
            <p:cNvPr name="TextBox 36" id="36"/>
            <p:cNvSpPr txBox="true"/>
            <p:nvPr/>
          </p:nvSpPr>
          <p:spPr>
            <a:xfrm>
              <a:off x="0" y="-28575"/>
              <a:ext cx="1689113" cy="1085977"/>
            </a:xfrm>
            <a:prstGeom prst="rect">
              <a:avLst/>
            </a:prstGeom>
          </p:spPr>
          <p:txBody>
            <a:bodyPr anchor="ctr" rtlCol="false" tIns="0" lIns="0" bIns="0" rIns="0"/>
            <a:lstStyle/>
            <a:p>
              <a:pPr algn="ctr">
                <a:lnSpc>
                  <a:spcPts val="7200"/>
                </a:lnSpc>
              </a:pPr>
              <a:r>
                <a:rPr lang="en-US" sz="6000">
                  <a:solidFill>
                    <a:srgbClr val="000000"/>
                  </a:solidFill>
                  <a:latin typeface="Arimo"/>
                  <a:ea typeface="Arimo"/>
                  <a:cs typeface="Arimo"/>
                  <a:sym typeface="Arimo"/>
                </a:rPr>
                <a:t>03</a:t>
              </a:r>
            </a:p>
          </p:txBody>
        </p:sp>
      </p:grpSp>
      <p:grpSp>
        <p:nvGrpSpPr>
          <p:cNvPr name="Group 37" id="37"/>
          <p:cNvGrpSpPr/>
          <p:nvPr/>
        </p:nvGrpSpPr>
        <p:grpSpPr>
          <a:xfrm rot="0">
            <a:off x="2936015" y="4603604"/>
            <a:ext cx="8051997" cy="774002"/>
            <a:chOff x="0" y="0"/>
            <a:chExt cx="10735996" cy="1032002"/>
          </a:xfrm>
        </p:grpSpPr>
        <p:sp>
          <p:nvSpPr>
            <p:cNvPr name="Freeform 38" id="38"/>
            <p:cNvSpPr/>
            <p:nvPr/>
          </p:nvSpPr>
          <p:spPr>
            <a:xfrm flipH="false" flipV="false" rot="0">
              <a:off x="0" y="0"/>
              <a:ext cx="10736000" cy="1032000"/>
            </a:xfrm>
            <a:custGeom>
              <a:avLst/>
              <a:gdLst/>
              <a:ahLst/>
              <a:cxnLst/>
              <a:rect r="r" b="b" t="t" l="l"/>
              <a:pathLst>
                <a:path h="1032000" w="10736000">
                  <a:moveTo>
                    <a:pt x="0" y="0"/>
                  </a:moveTo>
                  <a:lnTo>
                    <a:pt x="10736000" y="0"/>
                  </a:lnTo>
                  <a:lnTo>
                    <a:pt x="10736000" y="1032000"/>
                  </a:lnTo>
                  <a:lnTo>
                    <a:pt x="0" y="1032000"/>
                  </a:lnTo>
                  <a:close/>
                </a:path>
              </a:pathLst>
            </a:custGeom>
            <a:solidFill>
              <a:srgbClr val="000000">
                <a:alpha val="0"/>
              </a:srgbClr>
            </a:solidFill>
            <a:ln w="12700">
              <a:solidFill>
                <a:srgbClr val="000000"/>
              </a:solidFill>
            </a:ln>
          </p:spPr>
        </p:sp>
        <p:sp>
          <p:nvSpPr>
            <p:cNvPr name="TextBox 39" id="39"/>
            <p:cNvSpPr txBox="true"/>
            <p:nvPr/>
          </p:nvSpPr>
          <p:spPr>
            <a:xfrm>
              <a:off x="0" y="-19050"/>
              <a:ext cx="10735996" cy="1051052"/>
            </a:xfrm>
            <a:prstGeom prst="rect">
              <a:avLst/>
            </a:prstGeom>
          </p:spPr>
          <p:txBody>
            <a:bodyPr anchor="b" rtlCol="false" tIns="0" lIns="0" bIns="0" rIns="0"/>
            <a:lstStyle/>
            <a:p>
              <a:pPr algn="l">
                <a:lnSpc>
                  <a:spcPts val="4800"/>
                </a:lnSpc>
              </a:pPr>
              <a:r>
                <a:rPr lang="en-US" b="true" sz="4000">
                  <a:solidFill>
                    <a:srgbClr val="000000"/>
                  </a:solidFill>
                  <a:latin typeface="Arimo Bold"/>
                  <a:ea typeface="Arimo Bold"/>
                  <a:cs typeface="Arimo Bold"/>
                  <a:sym typeface="Arimo Bold"/>
                </a:rPr>
                <a:t>OVERVIEW</a:t>
              </a:r>
            </a:p>
          </p:txBody>
        </p:sp>
      </p:grpSp>
      <p:grpSp>
        <p:nvGrpSpPr>
          <p:cNvPr name="Group 40" id="40"/>
          <p:cNvGrpSpPr/>
          <p:nvPr/>
        </p:nvGrpSpPr>
        <p:grpSpPr>
          <a:xfrm rot="0">
            <a:off x="1414110" y="5799934"/>
            <a:ext cx="1308725" cy="793052"/>
            <a:chOff x="0" y="0"/>
            <a:chExt cx="1744967" cy="1057402"/>
          </a:xfrm>
        </p:grpSpPr>
        <p:sp>
          <p:nvSpPr>
            <p:cNvPr name="Freeform 41" id="41"/>
            <p:cNvSpPr/>
            <p:nvPr/>
          </p:nvSpPr>
          <p:spPr>
            <a:xfrm flipH="false" flipV="false" rot="0">
              <a:off x="0" y="0"/>
              <a:ext cx="1744965" cy="1057403"/>
            </a:xfrm>
            <a:custGeom>
              <a:avLst/>
              <a:gdLst/>
              <a:ahLst/>
              <a:cxnLst/>
              <a:rect r="r" b="b" t="t" l="l"/>
              <a:pathLst>
                <a:path h="1057403" w="1744965">
                  <a:moveTo>
                    <a:pt x="0" y="0"/>
                  </a:moveTo>
                  <a:lnTo>
                    <a:pt x="1744965" y="0"/>
                  </a:lnTo>
                  <a:lnTo>
                    <a:pt x="1744965" y="1057403"/>
                  </a:lnTo>
                  <a:lnTo>
                    <a:pt x="0" y="1057403"/>
                  </a:lnTo>
                  <a:close/>
                </a:path>
              </a:pathLst>
            </a:custGeom>
            <a:solidFill>
              <a:srgbClr val="000000">
                <a:alpha val="0"/>
              </a:srgbClr>
            </a:solidFill>
            <a:ln w="12700">
              <a:solidFill>
                <a:srgbClr val="000000"/>
              </a:solidFill>
            </a:ln>
          </p:spPr>
        </p:sp>
        <p:sp>
          <p:nvSpPr>
            <p:cNvPr name="TextBox 42" id="42"/>
            <p:cNvSpPr txBox="true"/>
            <p:nvPr/>
          </p:nvSpPr>
          <p:spPr>
            <a:xfrm>
              <a:off x="0" y="-28575"/>
              <a:ext cx="1744967" cy="1085977"/>
            </a:xfrm>
            <a:prstGeom prst="rect">
              <a:avLst/>
            </a:prstGeom>
          </p:spPr>
          <p:txBody>
            <a:bodyPr anchor="ctr" rtlCol="false" tIns="0" lIns="0" bIns="0" rIns="0"/>
            <a:lstStyle/>
            <a:p>
              <a:pPr algn="ctr">
                <a:lnSpc>
                  <a:spcPts val="7200"/>
                </a:lnSpc>
              </a:pPr>
              <a:r>
                <a:rPr lang="en-US" sz="6000">
                  <a:solidFill>
                    <a:srgbClr val="000000"/>
                  </a:solidFill>
                  <a:latin typeface="Arimo"/>
                  <a:ea typeface="Arimo"/>
                  <a:cs typeface="Arimo"/>
                  <a:sym typeface="Arimo"/>
                </a:rPr>
                <a:t>04</a:t>
              </a:r>
            </a:p>
          </p:txBody>
        </p:sp>
      </p:grpSp>
      <p:grpSp>
        <p:nvGrpSpPr>
          <p:cNvPr name="Group 43" id="43"/>
          <p:cNvGrpSpPr/>
          <p:nvPr/>
        </p:nvGrpSpPr>
        <p:grpSpPr>
          <a:xfrm rot="0">
            <a:off x="2936024" y="5917025"/>
            <a:ext cx="6109125" cy="774002"/>
            <a:chOff x="0" y="0"/>
            <a:chExt cx="8145501" cy="1032002"/>
          </a:xfrm>
        </p:grpSpPr>
        <p:sp>
          <p:nvSpPr>
            <p:cNvPr name="Freeform 44" id="44"/>
            <p:cNvSpPr/>
            <p:nvPr/>
          </p:nvSpPr>
          <p:spPr>
            <a:xfrm flipH="false" flipV="false" rot="0">
              <a:off x="0" y="0"/>
              <a:ext cx="8145501" cy="1032000"/>
            </a:xfrm>
            <a:custGeom>
              <a:avLst/>
              <a:gdLst/>
              <a:ahLst/>
              <a:cxnLst/>
              <a:rect r="r" b="b" t="t" l="l"/>
              <a:pathLst>
                <a:path h="1032000" w="8145501">
                  <a:moveTo>
                    <a:pt x="0" y="0"/>
                  </a:moveTo>
                  <a:lnTo>
                    <a:pt x="8145501" y="0"/>
                  </a:lnTo>
                  <a:lnTo>
                    <a:pt x="8145501" y="1032000"/>
                  </a:lnTo>
                  <a:lnTo>
                    <a:pt x="0" y="1032000"/>
                  </a:lnTo>
                  <a:close/>
                </a:path>
              </a:pathLst>
            </a:custGeom>
            <a:solidFill>
              <a:srgbClr val="000000">
                <a:alpha val="0"/>
              </a:srgbClr>
            </a:solidFill>
            <a:ln w="12700">
              <a:solidFill>
                <a:srgbClr val="000000"/>
              </a:solidFill>
            </a:ln>
          </p:spPr>
        </p:sp>
        <p:sp>
          <p:nvSpPr>
            <p:cNvPr name="TextBox 45" id="45"/>
            <p:cNvSpPr txBox="true"/>
            <p:nvPr/>
          </p:nvSpPr>
          <p:spPr>
            <a:xfrm>
              <a:off x="0" y="-19050"/>
              <a:ext cx="8145501" cy="1051052"/>
            </a:xfrm>
            <a:prstGeom prst="rect">
              <a:avLst/>
            </a:prstGeom>
          </p:spPr>
          <p:txBody>
            <a:bodyPr anchor="b" rtlCol="false" tIns="0" lIns="0" bIns="0" rIns="0"/>
            <a:lstStyle/>
            <a:p>
              <a:pPr algn="l">
                <a:lnSpc>
                  <a:spcPts val="4800"/>
                </a:lnSpc>
              </a:pPr>
              <a:r>
                <a:rPr lang="en-US" b="true" sz="4000">
                  <a:solidFill>
                    <a:srgbClr val="000000"/>
                  </a:solidFill>
                  <a:latin typeface="Arimo Bold"/>
                  <a:ea typeface="Arimo Bold"/>
                  <a:cs typeface="Arimo Bold"/>
                  <a:sym typeface="Arimo Bold"/>
                </a:rPr>
                <a:t>METHODOLGY</a:t>
              </a:r>
            </a:p>
          </p:txBody>
        </p:sp>
      </p:grpSp>
      <p:grpSp>
        <p:nvGrpSpPr>
          <p:cNvPr name="Group 46" id="46"/>
          <p:cNvGrpSpPr/>
          <p:nvPr/>
        </p:nvGrpSpPr>
        <p:grpSpPr>
          <a:xfrm rot="0">
            <a:off x="1439999" y="7145436"/>
            <a:ext cx="1308725" cy="793052"/>
            <a:chOff x="0" y="0"/>
            <a:chExt cx="1744967" cy="1057402"/>
          </a:xfrm>
        </p:grpSpPr>
        <p:sp>
          <p:nvSpPr>
            <p:cNvPr name="Freeform 47" id="47"/>
            <p:cNvSpPr/>
            <p:nvPr/>
          </p:nvSpPr>
          <p:spPr>
            <a:xfrm flipH="false" flipV="false" rot="0">
              <a:off x="12700" y="12700"/>
              <a:ext cx="1719580" cy="1032002"/>
            </a:xfrm>
            <a:custGeom>
              <a:avLst/>
              <a:gdLst/>
              <a:ahLst/>
              <a:cxnLst/>
              <a:rect r="r" b="b" t="t" l="l"/>
              <a:pathLst>
                <a:path h="1032002" w="1719580">
                  <a:moveTo>
                    <a:pt x="1719580" y="0"/>
                  </a:moveTo>
                  <a:lnTo>
                    <a:pt x="0" y="0"/>
                  </a:lnTo>
                  <a:lnTo>
                    <a:pt x="0" y="1032002"/>
                  </a:lnTo>
                  <a:lnTo>
                    <a:pt x="1719580" y="1032002"/>
                  </a:lnTo>
                  <a:close/>
                </a:path>
              </a:pathLst>
            </a:custGeom>
            <a:solidFill>
              <a:srgbClr val="BCBCBC"/>
            </a:solidFill>
            <a:ln w="12700">
              <a:solidFill>
                <a:srgbClr val="000000"/>
              </a:solidFill>
            </a:ln>
          </p:spPr>
        </p:sp>
        <p:sp>
          <p:nvSpPr>
            <p:cNvPr name="Freeform 48" id="48"/>
            <p:cNvSpPr/>
            <p:nvPr/>
          </p:nvSpPr>
          <p:spPr>
            <a:xfrm flipH="false" flipV="false" rot="0">
              <a:off x="0" y="0"/>
              <a:ext cx="1744980" cy="1057402"/>
            </a:xfrm>
            <a:custGeom>
              <a:avLst/>
              <a:gdLst/>
              <a:ahLst/>
              <a:cxnLst/>
              <a:rect r="r" b="b" t="t" l="l"/>
              <a:pathLst>
                <a:path h="1057402" w="1744980">
                  <a:moveTo>
                    <a:pt x="1732280" y="25400"/>
                  </a:moveTo>
                  <a:lnTo>
                    <a:pt x="12700" y="25400"/>
                  </a:lnTo>
                  <a:lnTo>
                    <a:pt x="12700" y="12700"/>
                  </a:lnTo>
                  <a:lnTo>
                    <a:pt x="25400" y="12700"/>
                  </a:lnTo>
                  <a:lnTo>
                    <a:pt x="25400" y="1044702"/>
                  </a:lnTo>
                  <a:lnTo>
                    <a:pt x="12700" y="1044702"/>
                  </a:lnTo>
                  <a:lnTo>
                    <a:pt x="12700" y="1032002"/>
                  </a:lnTo>
                  <a:lnTo>
                    <a:pt x="1732280" y="1032002"/>
                  </a:lnTo>
                  <a:lnTo>
                    <a:pt x="1732280" y="1044702"/>
                  </a:lnTo>
                  <a:lnTo>
                    <a:pt x="1719580" y="1044702"/>
                  </a:lnTo>
                  <a:lnTo>
                    <a:pt x="1719580" y="12700"/>
                  </a:lnTo>
                  <a:lnTo>
                    <a:pt x="1732280" y="12700"/>
                  </a:lnTo>
                  <a:lnTo>
                    <a:pt x="1732280" y="25400"/>
                  </a:lnTo>
                  <a:moveTo>
                    <a:pt x="1732280" y="0"/>
                  </a:moveTo>
                  <a:cubicBezTo>
                    <a:pt x="1739265" y="0"/>
                    <a:pt x="1744980" y="5715"/>
                    <a:pt x="1744980" y="12700"/>
                  </a:cubicBezTo>
                  <a:lnTo>
                    <a:pt x="1744980" y="1044702"/>
                  </a:lnTo>
                  <a:cubicBezTo>
                    <a:pt x="1744980" y="1051687"/>
                    <a:pt x="1739265" y="1057402"/>
                    <a:pt x="1732280" y="1057402"/>
                  </a:cubicBezTo>
                  <a:lnTo>
                    <a:pt x="12700" y="1057402"/>
                  </a:lnTo>
                  <a:cubicBezTo>
                    <a:pt x="5715" y="1057402"/>
                    <a:pt x="0" y="1051687"/>
                    <a:pt x="0" y="1044702"/>
                  </a:cubicBezTo>
                  <a:lnTo>
                    <a:pt x="0" y="12700"/>
                  </a:lnTo>
                  <a:cubicBezTo>
                    <a:pt x="0" y="5715"/>
                    <a:pt x="5715" y="0"/>
                    <a:pt x="12700" y="0"/>
                  </a:cubicBezTo>
                  <a:lnTo>
                    <a:pt x="1732280" y="0"/>
                  </a:lnTo>
                  <a:close/>
                </a:path>
              </a:pathLst>
            </a:custGeom>
            <a:solidFill>
              <a:srgbClr val="000000"/>
            </a:solidFill>
            <a:ln w="12700">
              <a:solidFill>
                <a:srgbClr val="000000"/>
              </a:solidFill>
            </a:ln>
          </p:spPr>
        </p:sp>
        <p:sp>
          <p:nvSpPr>
            <p:cNvPr name="TextBox 49" id="49"/>
            <p:cNvSpPr txBox="true"/>
            <p:nvPr/>
          </p:nvSpPr>
          <p:spPr>
            <a:xfrm>
              <a:off x="0" y="-28575"/>
              <a:ext cx="1744967" cy="1085977"/>
            </a:xfrm>
            <a:prstGeom prst="rect">
              <a:avLst/>
            </a:prstGeom>
          </p:spPr>
          <p:txBody>
            <a:bodyPr anchor="ctr" rtlCol="false" tIns="50800" lIns="50800" bIns="50800" rIns="50800"/>
            <a:lstStyle/>
            <a:p>
              <a:pPr algn="ctr">
                <a:lnSpc>
                  <a:spcPts val="7200"/>
                </a:lnSpc>
              </a:pPr>
              <a:r>
                <a:rPr lang="en-US" sz="6000">
                  <a:solidFill>
                    <a:srgbClr val="000000"/>
                  </a:solidFill>
                  <a:latin typeface="Arimo"/>
                  <a:ea typeface="Arimo"/>
                  <a:cs typeface="Arimo"/>
                  <a:sym typeface="Arimo"/>
                </a:rPr>
                <a:t>06</a:t>
              </a:r>
            </a:p>
          </p:txBody>
        </p:sp>
      </p:grpSp>
      <p:grpSp>
        <p:nvGrpSpPr>
          <p:cNvPr name="Group 50" id="50"/>
          <p:cNvGrpSpPr/>
          <p:nvPr/>
        </p:nvGrpSpPr>
        <p:grpSpPr>
          <a:xfrm rot="0">
            <a:off x="2936015" y="7309790"/>
            <a:ext cx="6109125" cy="808186"/>
            <a:chOff x="0" y="0"/>
            <a:chExt cx="8145501" cy="1077582"/>
          </a:xfrm>
        </p:grpSpPr>
        <p:sp>
          <p:nvSpPr>
            <p:cNvPr name="Freeform 51" id="51"/>
            <p:cNvSpPr/>
            <p:nvPr/>
          </p:nvSpPr>
          <p:spPr>
            <a:xfrm flipH="false" flipV="false" rot="0">
              <a:off x="0" y="0"/>
              <a:ext cx="8145501" cy="1077580"/>
            </a:xfrm>
            <a:custGeom>
              <a:avLst/>
              <a:gdLst/>
              <a:ahLst/>
              <a:cxnLst/>
              <a:rect r="r" b="b" t="t" l="l"/>
              <a:pathLst>
                <a:path h="1077580" w="8145501">
                  <a:moveTo>
                    <a:pt x="0" y="0"/>
                  </a:moveTo>
                  <a:lnTo>
                    <a:pt x="8145501" y="0"/>
                  </a:lnTo>
                  <a:lnTo>
                    <a:pt x="8145501" y="1077580"/>
                  </a:lnTo>
                  <a:lnTo>
                    <a:pt x="0" y="1077580"/>
                  </a:lnTo>
                  <a:close/>
                </a:path>
              </a:pathLst>
            </a:custGeom>
            <a:solidFill>
              <a:srgbClr val="000000">
                <a:alpha val="0"/>
              </a:srgbClr>
            </a:solidFill>
            <a:ln w="12700">
              <a:solidFill>
                <a:srgbClr val="000000"/>
              </a:solidFill>
            </a:ln>
          </p:spPr>
        </p:sp>
        <p:sp>
          <p:nvSpPr>
            <p:cNvPr name="TextBox 52" id="52"/>
            <p:cNvSpPr txBox="true"/>
            <p:nvPr/>
          </p:nvSpPr>
          <p:spPr>
            <a:xfrm>
              <a:off x="0" y="-19050"/>
              <a:ext cx="8145501" cy="1096632"/>
            </a:xfrm>
            <a:prstGeom prst="rect">
              <a:avLst/>
            </a:prstGeom>
          </p:spPr>
          <p:txBody>
            <a:bodyPr anchor="b" rtlCol="false" tIns="0" lIns="0" bIns="0" rIns="0"/>
            <a:lstStyle/>
            <a:p>
              <a:pPr algn="l">
                <a:lnSpc>
                  <a:spcPts val="4800"/>
                </a:lnSpc>
              </a:pPr>
            </a:p>
          </p:txBody>
        </p:sp>
      </p:grpSp>
      <p:grpSp>
        <p:nvGrpSpPr>
          <p:cNvPr name="Group 53" id="53"/>
          <p:cNvGrpSpPr/>
          <p:nvPr/>
        </p:nvGrpSpPr>
        <p:grpSpPr>
          <a:xfrm rot="0">
            <a:off x="2926771" y="7145436"/>
            <a:ext cx="6109125" cy="774002"/>
            <a:chOff x="0" y="0"/>
            <a:chExt cx="8145501" cy="1032002"/>
          </a:xfrm>
        </p:grpSpPr>
        <p:sp>
          <p:nvSpPr>
            <p:cNvPr name="Freeform 54" id="54"/>
            <p:cNvSpPr/>
            <p:nvPr/>
          </p:nvSpPr>
          <p:spPr>
            <a:xfrm flipH="false" flipV="false" rot="0">
              <a:off x="0" y="0"/>
              <a:ext cx="8145501" cy="1032000"/>
            </a:xfrm>
            <a:custGeom>
              <a:avLst/>
              <a:gdLst/>
              <a:ahLst/>
              <a:cxnLst/>
              <a:rect r="r" b="b" t="t" l="l"/>
              <a:pathLst>
                <a:path h="1032000" w="8145501">
                  <a:moveTo>
                    <a:pt x="0" y="0"/>
                  </a:moveTo>
                  <a:lnTo>
                    <a:pt x="8145501" y="0"/>
                  </a:lnTo>
                  <a:lnTo>
                    <a:pt x="8145501" y="1032000"/>
                  </a:lnTo>
                  <a:lnTo>
                    <a:pt x="0" y="1032000"/>
                  </a:lnTo>
                  <a:close/>
                </a:path>
              </a:pathLst>
            </a:custGeom>
            <a:solidFill>
              <a:srgbClr val="000000">
                <a:alpha val="0"/>
              </a:srgbClr>
            </a:solidFill>
            <a:ln w="12700">
              <a:solidFill>
                <a:srgbClr val="000000"/>
              </a:solidFill>
            </a:ln>
          </p:spPr>
        </p:sp>
        <p:sp>
          <p:nvSpPr>
            <p:cNvPr name="TextBox 55" id="55"/>
            <p:cNvSpPr txBox="true"/>
            <p:nvPr/>
          </p:nvSpPr>
          <p:spPr>
            <a:xfrm>
              <a:off x="0" y="-19050"/>
              <a:ext cx="8145501" cy="1051052"/>
            </a:xfrm>
            <a:prstGeom prst="rect">
              <a:avLst/>
            </a:prstGeom>
          </p:spPr>
          <p:txBody>
            <a:bodyPr anchor="b" rtlCol="false" tIns="0" lIns="0" bIns="0" rIns="0"/>
            <a:lstStyle/>
            <a:p>
              <a:pPr algn="l">
                <a:lnSpc>
                  <a:spcPts val="4800"/>
                </a:lnSpc>
              </a:pPr>
              <a:r>
                <a:rPr lang="en-US" sz="4000" b="true">
                  <a:solidFill>
                    <a:srgbClr val="000000"/>
                  </a:solidFill>
                  <a:latin typeface="Arimo Bold"/>
                  <a:ea typeface="Arimo Bold"/>
                  <a:cs typeface="Arimo Bold"/>
                  <a:sym typeface="Arimo Bold"/>
                </a:rPr>
                <a:t>RESULTS</a:t>
              </a:r>
            </a:p>
          </p:txBody>
        </p:sp>
      </p:grpSp>
      <p:grpSp>
        <p:nvGrpSpPr>
          <p:cNvPr name="Group 56" id="56"/>
          <p:cNvGrpSpPr/>
          <p:nvPr/>
        </p:nvGrpSpPr>
        <p:grpSpPr>
          <a:xfrm rot="0">
            <a:off x="1653265" y="0"/>
            <a:ext cx="15408002" cy="1418779"/>
            <a:chOff x="0" y="0"/>
            <a:chExt cx="20544003" cy="1891706"/>
          </a:xfrm>
        </p:grpSpPr>
        <p:sp>
          <p:nvSpPr>
            <p:cNvPr name="Freeform 57" id="57"/>
            <p:cNvSpPr/>
            <p:nvPr/>
          </p:nvSpPr>
          <p:spPr>
            <a:xfrm flipH="false" flipV="false" rot="0">
              <a:off x="0" y="0"/>
              <a:ext cx="20544000" cy="1891703"/>
            </a:xfrm>
            <a:custGeom>
              <a:avLst/>
              <a:gdLst/>
              <a:ahLst/>
              <a:cxnLst/>
              <a:rect r="r" b="b" t="t" l="l"/>
              <a:pathLst>
                <a:path h="1891703" w="20544000">
                  <a:moveTo>
                    <a:pt x="0" y="0"/>
                  </a:moveTo>
                  <a:lnTo>
                    <a:pt x="20544000" y="0"/>
                  </a:lnTo>
                  <a:lnTo>
                    <a:pt x="20544000" y="1891703"/>
                  </a:lnTo>
                  <a:lnTo>
                    <a:pt x="0" y="1891703"/>
                  </a:lnTo>
                  <a:close/>
                </a:path>
              </a:pathLst>
            </a:custGeom>
            <a:solidFill>
              <a:srgbClr val="000000">
                <a:alpha val="0"/>
              </a:srgbClr>
            </a:solidFill>
            <a:ln w="12700">
              <a:solidFill>
                <a:srgbClr val="000000"/>
              </a:solidFill>
            </a:ln>
          </p:spPr>
        </p:sp>
        <p:sp>
          <p:nvSpPr>
            <p:cNvPr name="TextBox 58" id="58"/>
            <p:cNvSpPr txBox="true"/>
            <p:nvPr/>
          </p:nvSpPr>
          <p:spPr>
            <a:xfrm>
              <a:off x="0" y="-38100"/>
              <a:ext cx="20544003" cy="1929806"/>
            </a:xfrm>
            <a:prstGeom prst="rect">
              <a:avLst/>
            </a:prstGeom>
          </p:spPr>
          <p:txBody>
            <a:bodyPr anchor="b" rtlCol="false" tIns="0" lIns="0" bIns="0" rIns="0"/>
            <a:lstStyle/>
            <a:p>
              <a:pPr algn="ctr">
                <a:lnSpc>
                  <a:spcPts val="7920"/>
                </a:lnSpc>
              </a:pPr>
              <a:r>
                <a:rPr lang="en-US" sz="6600" b="true">
                  <a:solidFill>
                    <a:srgbClr val="000000"/>
                  </a:solidFill>
                  <a:latin typeface="Arimo Bold"/>
                  <a:ea typeface="Arimo Bold"/>
                  <a:cs typeface="Arimo Bold"/>
                  <a:sym typeface="Arimo Bold"/>
                </a:rPr>
                <a:t>Contents</a:t>
              </a:r>
            </a:p>
          </p:txBody>
        </p:sp>
      </p:grpSp>
      <p:sp>
        <p:nvSpPr>
          <p:cNvPr name="Freeform 59" id="59"/>
          <p:cNvSpPr/>
          <p:nvPr/>
        </p:nvSpPr>
        <p:spPr>
          <a:xfrm flipH="false" flipV="false" rot="0">
            <a:off x="7204281" y="2170522"/>
            <a:ext cx="9960557" cy="5640166"/>
          </a:xfrm>
          <a:custGeom>
            <a:avLst/>
            <a:gdLst/>
            <a:ahLst/>
            <a:cxnLst/>
            <a:rect r="r" b="b" t="t" l="l"/>
            <a:pathLst>
              <a:path h="5640166" w="9960557">
                <a:moveTo>
                  <a:pt x="0" y="0"/>
                </a:moveTo>
                <a:lnTo>
                  <a:pt x="9960558" y="0"/>
                </a:lnTo>
                <a:lnTo>
                  <a:pt x="9960558" y="5640165"/>
                </a:lnTo>
                <a:lnTo>
                  <a:pt x="0" y="5640165"/>
                </a:lnTo>
                <a:lnTo>
                  <a:pt x="0" y="0"/>
                </a:lnTo>
                <a:close/>
              </a:path>
            </a:pathLst>
          </a:custGeom>
          <a:blipFill>
            <a:blip r:embed="rId2"/>
            <a:stretch>
              <a:fillRect l="-36" t="0" r="-36" b="0"/>
            </a:stretch>
          </a:blipFill>
        </p:spPr>
      </p:sp>
    </p:spTree>
  </p:cSld>
  <p:clrMapOvr>
    <a:masterClrMapping/>
  </p:clrMapOvr>
</p:sld>
</file>

<file path=ppt/slides/slide4.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10800000">
            <a:off x="681819" y="3799751"/>
            <a:ext cx="277797" cy="277797"/>
            <a:chOff x="0" y="0"/>
            <a:chExt cx="370396" cy="370396"/>
          </a:xfrm>
        </p:grpSpPr>
        <p:sp>
          <p:nvSpPr>
            <p:cNvPr name="Freeform 3" id="3"/>
            <p:cNvSpPr/>
            <p:nvPr/>
          </p:nvSpPr>
          <p:spPr>
            <a:xfrm flipH="false" flipV="false" rot="0">
              <a:off x="0" y="0"/>
              <a:ext cx="370459" cy="370459"/>
            </a:xfrm>
            <a:custGeom>
              <a:avLst/>
              <a:gdLst/>
              <a:ahLst/>
              <a:cxnLst/>
              <a:rect r="r" b="b" t="t" l="l"/>
              <a:pathLst>
                <a:path h="370459" w="370459">
                  <a:moveTo>
                    <a:pt x="370459" y="0"/>
                  </a:moveTo>
                  <a:lnTo>
                    <a:pt x="0" y="0"/>
                  </a:lnTo>
                  <a:lnTo>
                    <a:pt x="0" y="370459"/>
                  </a:lnTo>
                  <a:lnTo>
                    <a:pt x="370459" y="370459"/>
                  </a:lnTo>
                  <a:close/>
                </a:path>
              </a:pathLst>
            </a:custGeom>
            <a:solidFill>
              <a:srgbClr val="B13535"/>
            </a:solidFill>
            <a:ln w="12700">
              <a:solidFill>
                <a:srgbClr val="000000"/>
              </a:solidFill>
            </a:ln>
          </p:spPr>
        </p:sp>
      </p:grpSp>
      <p:grpSp>
        <p:nvGrpSpPr>
          <p:cNvPr name="Group 4" id="4"/>
          <p:cNvGrpSpPr/>
          <p:nvPr/>
        </p:nvGrpSpPr>
        <p:grpSpPr>
          <a:xfrm rot="-10800000">
            <a:off x="175050" y="4077338"/>
            <a:ext cx="506997" cy="506997"/>
            <a:chOff x="0" y="0"/>
            <a:chExt cx="675996" cy="675996"/>
          </a:xfrm>
        </p:grpSpPr>
        <p:sp>
          <p:nvSpPr>
            <p:cNvPr name="Freeform 5" id="5"/>
            <p:cNvSpPr/>
            <p:nvPr/>
          </p:nvSpPr>
          <p:spPr>
            <a:xfrm flipH="false" flipV="false" rot="0">
              <a:off x="0" y="0"/>
              <a:ext cx="676021" cy="676021"/>
            </a:xfrm>
            <a:custGeom>
              <a:avLst/>
              <a:gdLst/>
              <a:ahLst/>
              <a:cxnLst/>
              <a:rect r="r" b="b" t="t" l="l"/>
              <a:pathLst>
                <a:path h="676021" w="676021">
                  <a:moveTo>
                    <a:pt x="676021" y="0"/>
                  </a:moveTo>
                  <a:lnTo>
                    <a:pt x="0" y="0"/>
                  </a:lnTo>
                  <a:lnTo>
                    <a:pt x="0" y="676021"/>
                  </a:lnTo>
                  <a:lnTo>
                    <a:pt x="676021" y="676021"/>
                  </a:lnTo>
                  <a:close/>
                </a:path>
              </a:pathLst>
            </a:custGeom>
            <a:solidFill>
              <a:srgbClr val="B13535"/>
            </a:solidFill>
            <a:ln w="12700">
              <a:solidFill>
                <a:srgbClr val="000000"/>
              </a:solidFill>
            </a:ln>
          </p:spPr>
        </p:sp>
      </p:grpSp>
      <p:grpSp>
        <p:nvGrpSpPr>
          <p:cNvPr name="Group 6" id="6"/>
          <p:cNvGrpSpPr/>
          <p:nvPr/>
        </p:nvGrpSpPr>
        <p:grpSpPr>
          <a:xfrm rot="-10800000">
            <a:off x="783850" y="4731553"/>
            <a:ext cx="175803" cy="175803"/>
            <a:chOff x="0" y="0"/>
            <a:chExt cx="234404" cy="234404"/>
          </a:xfrm>
        </p:grpSpPr>
        <p:sp>
          <p:nvSpPr>
            <p:cNvPr name="Freeform 7" id="7"/>
            <p:cNvSpPr/>
            <p:nvPr/>
          </p:nvSpPr>
          <p:spPr>
            <a:xfrm flipH="false" flipV="false" rot="0">
              <a:off x="0" y="0"/>
              <a:ext cx="234442" cy="234442"/>
            </a:xfrm>
            <a:custGeom>
              <a:avLst/>
              <a:gdLst/>
              <a:ahLst/>
              <a:cxnLst/>
              <a:rect r="r" b="b" t="t" l="l"/>
              <a:pathLst>
                <a:path h="234442" w="234442">
                  <a:moveTo>
                    <a:pt x="0" y="0"/>
                  </a:moveTo>
                  <a:lnTo>
                    <a:pt x="234442" y="0"/>
                  </a:lnTo>
                  <a:lnTo>
                    <a:pt x="234442" y="234442"/>
                  </a:lnTo>
                  <a:lnTo>
                    <a:pt x="0" y="234442"/>
                  </a:lnTo>
                  <a:close/>
                </a:path>
              </a:pathLst>
            </a:custGeom>
            <a:solidFill>
              <a:srgbClr val="000000"/>
            </a:solidFill>
            <a:ln w="12700">
              <a:solidFill>
                <a:srgbClr val="000000"/>
              </a:solidFill>
            </a:ln>
          </p:spPr>
        </p:sp>
      </p:grpSp>
      <p:grpSp>
        <p:nvGrpSpPr>
          <p:cNvPr name="Group 8" id="8"/>
          <p:cNvGrpSpPr/>
          <p:nvPr/>
        </p:nvGrpSpPr>
        <p:grpSpPr>
          <a:xfrm rot="-10800000">
            <a:off x="1036653" y="5021799"/>
            <a:ext cx="277797" cy="277797"/>
            <a:chOff x="0" y="0"/>
            <a:chExt cx="370396" cy="370396"/>
          </a:xfrm>
        </p:grpSpPr>
        <p:sp>
          <p:nvSpPr>
            <p:cNvPr name="Freeform 9" id="9"/>
            <p:cNvSpPr/>
            <p:nvPr/>
          </p:nvSpPr>
          <p:spPr>
            <a:xfrm flipH="false" flipV="false" rot="0">
              <a:off x="0" y="0"/>
              <a:ext cx="370459" cy="370459"/>
            </a:xfrm>
            <a:custGeom>
              <a:avLst/>
              <a:gdLst/>
              <a:ahLst/>
              <a:cxnLst/>
              <a:rect r="r" b="b" t="t" l="l"/>
              <a:pathLst>
                <a:path h="370459" w="370459">
                  <a:moveTo>
                    <a:pt x="0" y="0"/>
                  </a:moveTo>
                  <a:lnTo>
                    <a:pt x="370459" y="0"/>
                  </a:lnTo>
                  <a:lnTo>
                    <a:pt x="370459" y="370459"/>
                  </a:lnTo>
                  <a:lnTo>
                    <a:pt x="0" y="370459"/>
                  </a:lnTo>
                  <a:close/>
                </a:path>
              </a:pathLst>
            </a:custGeom>
            <a:solidFill>
              <a:srgbClr val="000000"/>
            </a:solidFill>
            <a:ln w="12700">
              <a:solidFill>
                <a:srgbClr val="000000"/>
              </a:solidFill>
            </a:ln>
          </p:spPr>
        </p:sp>
      </p:grpSp>
      <p:grpSp>
        <p:nvGrpSpPr>
          <p:cNvPr name="Group 10" id="10"/>
          <p:cNvGrpSpPr/>
          <p:nvPr/>
        </p:nvGrpSpPr>
        <p:grpSpPr>
          <a:xfrm rot="-10800000">
            <a:off x="17676952" y="2866244"/>
            <a:ext cx="342605" cy="342005"/>
            <a:chOff x="0" y="0"/>
            <a:chExt cx="456806" cy="456006"/>
          </a:xfrm>
        </p:grpSpPr>
        <p:sp>
          <p:nvSpPr>
            <p:cNvPr name="Freeform 11" id="11"/>
            <p:cNvSpPr/>
            <p:nvPr/>
          </p:nvSpPr>
          <p:spPr>
            <a:xfrm flipH="false" flipV="false" rot="0">
              <a:off x="0" y="0"/>
              <a:ext cx="456819" cy="456057"/>
            </a:xfrm>
            <a:custGeom>
              <a:avLst/>
              <a:gdLst/>
              <a:ahLst/>
              <a:cxnLst/>
              <a:rect r="r" b="b" t="t" l="l"/>
              <a:pathLst>
                <a:path h="456057" w="456819">
                  <a:moveTo>
                    <a:pt x="456819" y="0"/>
                  </a:moveTo>
                  <a:lnTo>
                    <a:pt x="0" y="0"/>
                  </a:lnTo>
                  <a:lnTo>
                    <a:pt x="0" y="456057"/>
                  </a:lnTo>
                  <a:lnTo>
                    <a:pt x="456819" y="456057"/>
                  </a:lnTo>
                  <a:close/>
                </a:path>
              </a:pathLst>
            </a:custGeom>
            <a:solidFill>
              <a:srgbClr val="B13535"/>
            </a:solidFill>
            <a:ln w="12700">
              <a:solidFill>
                <a:srgbClr val="000000"/>
              </a:solidFill>
            </a:ln>
          </p:spPr>
        </p:sp>
      </p:grpSp>
      <p:grpSp>
        <p:nvGrpSpPr>
          <p:cNvPr name="Group 12" id="12"/>
          <p:cNvGrpSpPr/>
          <p:nvPr/>
        </p:nvGrpSpPr>
        <p:grpSpPr>
          <a:xfrm rot="-10800000">
            <a:off x="17085450" y="3208153"/>
            <a:ext cx="591598" cy="591598"/>
            <a:chOff x="0" y="0"/>
            <a:chExt cx="788797" cy="788797"/>
          </a:xfrm>
        </p:grpSpPr>
        <p:sp>
          <p:nvSpPr>
            <p:cNvPr name="Freeform 13" id="13"/>
            <p:cNvSpPr/>
            <p:nvPr/>
          </p:nvSpPr>
          <p:spPr>
            <a:xfrm flipH="false" flipV="false" rot="0">
              <a:off x="0" y="0"/>
              <a:ext cx="788797" cy="788797"/>
            </a:xfrm>
            <a:custGeom>
              <a:avLst/>
              <a:gdLst/>
              <a:ahLst/>
              <a:cxnLst/>
              <a:rect r="r" b="b" t="t" l="l"/>
              <a:pathLst>
                <a:path h="788797" w="788797">
                  <a:moveTo>
                    <a:pt x="788797" y="0"/>
                  </a:moveTo>
                  <a:lnTo>
                    <a:pt x="0" y="0"/>
                  </a:lnTo>
                  <a:lnTo>
                    <a:pt x="0" y="788797"/>
                  </a:lnTo>
                  <a:lnTo>
                    <a:pt x="788797" y="788797"/>
                  </a:lnTo>
                  <a:close/>
                </a:path>
              </a:pathLst>
            </a:custGeom>
            <a:solidFill>
              <a:srgbClr val="B13535"/>
            </a:solidFill>
            <a:ln w="12700">
              <a:solidFill>
                <a:srgbClr val="000000"/>
              </a:solidFill>
            </a:ln>
          </p:spPr>
        </p:sp>
      </p:grpSp>
      <p:grpSp>
        <p:nvGrpSpPr>
          <p:cNvPr name="Group 14" id="14"/>
          <p:cNvGrpSpPr/>
          <p:nvPr/>
        </p:nvGrpSpPr>
        <p:grpSpPr>
          <a:xfrm rot="0">
            <a:off x="17665503" y="9088650"/>
            <a:ext cx="342605" cy="342005"/>
            <a:chOff x="0" y="0"/>
            <a:chExt cx="456806" cy="456006"/>
          </a:xfrm>
        </p:grpSpPr>
        <p:sp>
          <p:nvSpPr>
            <p:cNvPr name="Freeform 15" id="15"/>
            <p:cNvSpPr/>
            <p:nvPr/>
          </p:nvSpPr>
          <p:spPr>
            <a:xfrm flipH="false" flipV="false" rot="0">
              <a:off x="0" y="0"/>
              <a:ext cx="456819" cy="456057"/>
            </a:xfrm>
            <a:custGeom>
              <a:avLst/>
              <a:gdLst/>
              <a:ahLst/>
              <a:cxnLst/>
              <a:rect r="r" b="b" t="t" l="l"/>
              <a:pathLst>
                <a:path h="456057" w="456819">
                  <a:moveTo>
                    <a:pt x="456819" y="0"/>
                  </a:moveTo>
                  <a:lnTo>
                    <a:pt x="0" y="0"/>
                  </a:lnTo>
                  <a:lnTo>
                    <a:pt x="0" y="456057"/>
                  </a:lnTo>
                  <a:lnTo>
                    <a:pt x="456819" y="456057"/>
                  </a:lnTo>
                  <a:close/>
                </a:path>
              </a:pathLst>
            </a:custGeom>
            <a:solidFill>
              <a:srgbClr val="B13535"/>
            </a:solidFill>
            <a:ln w="12700">
              <a:solidFill>
                <a:srgbClr val="000000"/>
              </a:solidFill>
            </a:ln>
          </p:spPr>
        </p:sp>
      </p:grpSp>
      <p:grpSp>
        <p:nvGrpSpPr>
          <p:cNvPr name="Group 16" id="16"/>
          <p:cNvGrpSpPr/>
          <p:nvPr/>
        </p:nvGrpSpPr>
        <p:grpSpPr>
          <a:xfrm rot="0">
            <a:off x="17322898" y="8394944"/>
            <a:ext cx="342605" cy="342005"/>
            <a:chOff x="0" y="0"/>
            <a:chExt cx="456806" cy="456006"/>
          </a:xfrm>
        </p:grpSpPr>
        <p:sp>
          <p:nvSpPr>
            <p:cNvPr name="Freeform 17" id="17"/>
            <p:cNvSpPr/>
            <p:nvPr/>
          </p:nvSpPr>
          <p:spPr>
            <a:xfrm flipH="false" flipV="false" rot="0">
              <a:off x="0" y="0"/>
              <a:ext cx="456819" cy="456057"/>
            </a:xfrm>
            <a:custGeom>
              <a:avLst/>
              <a:gdLst/>
              <a:ahLst/>
              <a:cxnLst/>
              <a:rect r="r" b="b" t="t" l="l"/>
              <a:pathLst>
                <a:path h="456057" w="456819">
                  <a:moveTo>
                    <a:pt x="456819" y="0"/>
                  </a:moveTo>
                  <a:lnTo>
                    <a:pt x="0" y="0"/>
                  </a:lnTo>
                  <a:lnTo>
                    <a:pt x="0" y="456057"/>
                  </a:lnTo>
                  <a:lnTo>
                    <a:pt x="456819" y="456057"/>
                  </a:lnTo>
                  <a:close/>
                </a:path>
              </a:pathLst>
            </a:custGeom>
            <a:solidFill>
              <a:srgbClr val="B13535"/>
            </a:solidFill>
            <a:ln w="12700">
              <a:solidFill>
                <a:srgbClr val="000000"/>
              </a:solidFill>
            </a:ln>
          </p:spPr>
        </p:sp>
      </p:grpSp>
      <p:grpSp>
        <p:nvGrpSpPr>
          <p:cNvPr name="Group 18" id="18"/>
          <p:cNvGrpSpPr/>
          <p:nvPr/>
        </p:nvGrpSpPr>
        <p:grpSpPr>
          <a:xfrm rot="0">
            <a:off x="17085450" y="9430655"/>
            <a:ext cx="591598" cy="590398"/>
            <a:chOff x="0" y="0"/>
            <a:chExt cx="788797" cy="787197"/>
          </a:xfrm>
        </p:grpSpPr>
        <p:sp>
          <p:nvSpPr>
            <p:cNvPr name="Freeform 19" id="19"/>
            <p:cNvSpPr/>
            <p:nvPr/>
          </p:nvSpPr>
          <p:spPr>
            <a:xfrm flipH="false" flipV="false" rot="0">
              <a:off x="0" y="0"/>
              <a:ext cx="788797" cy="787146"/>
            </a:xfrm>
            <a:custGeom>
              <a:avLst/>
              <a:gdLst/>
              <a:ahLst/>
              <a:cxnLst/>
              <a:rect r="r" b="b" t="t" l="l"/>
              <a:pathLst>
                <a:path h="787146" w="788797">
                  <a:moveTo>
                    <a:pt x="788797" y="0"/>
                  </a:moveTo>
                  <a:lnTo>
                    <a:pt x="0" y="0"/>
                  </a:lnTo>
                  <a:lnTo>
                    <a:pt x="0" y="787146"/>
                  </a:lnTo>
                  <a:lnTo>
                    <a:pt x="788797" y="787146"/>
                  </a:lnTo>
                  <a:close/>
                </a:path>
              </a:pathLst>
            </a:custGeom>
            <a:solidFill>
              <a:srgbClr val="000000"/>
            </a:solidFill>
            <a:ln w="12700">
              <a:solidFill>
                <a:srgbClr val="000000"/>
              </a:solidFill>
            </a:ln>
          </p:spPr>
        </p:sp>
      </p:grpSp>
      <p:grpSp>
        <p:nvGrpSpPr>
          <p:cNvPr name="Group 20" id="20"/>
          <p:cNvGrpSpPr/>
          <p:nvPr/>
        </p:nvGrpSpPr>
        <p:grpSpPr>
          <a:xfrm rot="0">
            <a:off x="175050" y="606078"/>
            <a:ext cx="15408002" cy="1343509"/>
            <a:chOff x="0" y="0"/>
            <a:chExt cx="20544003" cy="1791345"/>
          </a:xfrm>
        </p:grpSpPr>
        <p:sp>
          <p:nvSpPr>
            <p:cNvPr name="Freeform 21" id="21"/>
            <p:cNvSpPr/>
            <p:nvPr/>
          </p:nvSpPr>
          <p:spPr>
            <a:xfrm flipH="false" flipV="false" rot="0">
              <a:off x="0" y="0"/>
              <a:ext cx="20544000" cy="1791342"/>
            </a:xfrm>
            <a:custGeom>
              <a:avLst/>
              <a:gdLst/>
              <a:ahLst/>
              <a:cxnLst/>
              <a:rect r="r" b="b" t="t" l="l"/>
              <a:pathLst>
                <a:path h="1791342" w="20544000">
                  <a:moveTo>
                    <a:pt x="0" y="0"/>
                  </a:moveTo>
                  <a:lnTo>
                    <a:pt x="20544000" y="0"/>
                  </a:lnTo>
                  <a:lnTo>
                    <a:pt x="20544000" y="1791342"/>
                  </a:lnTo>
                  <a:lnTo>
                    <a:pt x="0" y="1791342"/>
                  </a:lnTo>
                  <a:close/>
                </a:path>
              </a:pathLst>
            </a:custGeom>
            <a:solidFill>
              <a:srgbClr val="000000">
                <a:alpha val="0"/>
              </a:srgbClr>
            </a:solidFill>
            <a:ln w="12700">
              <a:solidFill>
                <a:srgbClr val="000000"/>
              </a:solidFill>
            </a:ln>
          </p:spPr>
        </p:sp>
        <p:sp>
          <p:nvSpPr>
            <p:cNvPr name="TextBox 22" id="22"/>
            <p:cNvSpPr txBox="true"/>
            <p:nvPr/>
          </p:nvSpPr>
          <p:spPr>
            <a:xfrm>
              <a:off x="0" y="-38100"/>
              <a:ext cx="20544003" cy="1829445"/>
            </a:xfrm>
            <a:prstGeom prst="rect">
              <a:avLst/>
            </a:prstGeom>
          </p:spPr>
          <p:txBody>
            <a:bodyPr anchor="b" rtlCol="false" tIns="0" lIns="0" bIns="0" rIns="0"/>
            <a:lstStyle/>
            <a:p>
              <a:pPr algn="ctr">
                <a:lnSpc>
                  <a:spcPts val="7920"/>
                </a:lnSpc>
              </a:pPr>
              <a:r>
                <a:rPr lang="en-US" b="true" sz="6600">
                  <a:solidFill>
                    <a:srgbClr val="000000"/>
                  </a:solidFill>
                  <a:latin typeface="Arimo Bold"/>
                  <a:ea typeface="Arimo Bold"/>
                  <a:cs typeface="Arimo Bold"/>
                  <a:sym typeface="Arimo Bold"/>
                </a:rPr>
                <a:t>Why Study Urban Inequality ?</a:t>
              </a:r>
            </a:p>
          </p:txBody>
        </p:sp>
      </p:grpSp>
      <p:sp>
        <p:nvSpPr>
          <p:cNvPr name="TextBox 23" id="23"/>
          <p:cNvSpPr txBox="true"/>
          <p:nvPr/>
        </p:nvSpPr>
        <p:spPr>
          <a:xfrm rot="0">
            <a:off x="1531429" y="2368687"/>
            <a:ext cx="15225151" cy="7562850"/>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Arimo"/>
                <a:ea typeface="Arimo"/>
                <a:cs typeface="Arimo"/>
                <a:sym typeface="Arimo"/>
              </a:rPr>
              <a:t>For the almost 2,500 years since Plato </a:t>
            </a:r>
            <a:r>
              <a:rPr lang="en-US" sz="2799">
                <a:solidFill>
                  <a:srgbClr val="000000"/>
                </a:solidFill>
                <a:latin typeface="Arimo"/>
                <a:ea typeface="Arimo"/>
                <a:cs typeface="Arimo"/>
                <a:sym typeface="Arimo"/>
              </a:rPr>
              <a:t>wrote that “any city however small, is in fact divided into two, one the city of the poor, the other of the rich,”</a:t>
            </a:r>
          </a:p>
          <a:p>
            <a:pPr algn="l">
              <a:lnSpc>
                <a:spcPts val="3359"/>
              </a:lnSpc>
            </a:pPr>
          </a:p>
          <a:p>
            <a:pPr algn="l" marL="604519" indent="-302260" lvl="1">
              <a:lnSpc>
                <a:spcPts val="3359"/>
              </a:lnSpc>
              <a:buFont typeface="Arial"/>
              <a:buChar char="•"/>
            </a:pPr>
            <a:r>
              <a:rPr lang="en-US" sz="2799">
                <a:solidFill>
                  <a:srgbClr val="000000"/>
                </a:solidFill>
                <a:latin typeface="Arimo"/>
                <a:ea typeface="Arimo"/>
                <a:cs typeface="Arimo"/>
                <a:sym typeface="Arimo"/>
              </a:rPr>
              <a:t>Urban inequality has been a defining feature of cities for over two millennia, with scholars noting persistent divisions between rich and poor populations within dense urban spaces.</a:t>
            </a:r>
          </a:p>
          <a:p>
            <a:pPr algn="l">
              <a:lnSpc>
                <a:spcPts val="3359"/>
              </a:lnSpc>
            </a:pPr>
          </a:p>
          <a:p>
            <a:pPr algn="l" marL="604519" indent="-302260" lvl="1">
              <a:lnSpc>
                <a:spcPts val="3359"/>
              </a:lnSpc>
              <a:buFont typeface="Arial"/>
              <a:buChar char="•"/>
            </a:pPr>
            <a:r>
              <a:rPr lang="en-US" sz="2799">
                <a:solidFill>
                  <a:srgbClr val="000000"/>
                </a:solidFill>
                <a:latin typeface="Arimo"/>
                <a:ea typeface="Arimo"/>
                <a:cs typeface="Arimo"/>
                <a:sym typeface="Arimo"/>
              </a:rPr>
              <a:t>S</a:t>
            </a:r>
            <a:r>
              <a:rPr lang="en-US" sz="2799">
                <a:solidFill>
                  <a:srgbClr val="000000"/>
                </a:solidFill>
                <a:latin typeface="Arimo"/>
                <a:ea typeface="Arimo"/>
                <a:cs typeface="Arimo"/>
                <a:sym typeface="Arimo"/>
              </a:rPr>
              <a:t>urvey of basic services in the urban slums of Vadodara identified 96,000 families (2.8 lakhs) as falling below the poverty line i.e. the families were drawing an income of Rs 373 per capita per month.</a:t>
            </a:r>
          </a:p>
          <a:p>
            <a:pPr algn="l">
              <a:lnSpc>
                <a:spcPts val="3359"/>
              </a:lnSpc>
            </a:pPr>
          </a:p>
          <a:p>
            <a:pPr algn="l" marL="604519" indent="-302260" lvl="1">
              <a:lnSpc>
                <a:spcPts val="3359"/>
              </a:lnSpc>
              <a:buFont typeface="Arial"/>
              <a:buChar char="•"/>
            </a:pPr>
            <a:r>
              <a:rPr lang="en-US" sz="2799">
                <a:solidFill>
                  <a:srgbClr val="000000"/>
                </a:solidFill>
                <a:latin typeface="Arimo"/>
                <a:ea typeface="Arimo"/>
                <a:cs typeface="Arimo"/>
                <a:sym typeface="Arimo"/>
              </a:rPr>
              <a:t> Studies on travel behavior in Vadodara show that women have lower mobility than men, and this mobility decreases further for low-income groups. Low-income individuals, regardless of gender, are "forced walkers" or dependent on public transit, while higher income correlates with private vehicle ownership.</a:t>
            </a:r>
          </a:p>
          <a:p>
            <a:pPr algn="l">
              <a:lnSpc>
                <a:spcPts val="3359"/>
              </a:lnSpc>
            </a:pPr>
          </a:p>
          <a:p>
            <a:pPr algn="l">
              <a:lnSpc>
                <a:spcPts val="3359"/>
              </a:lnSpc>
            </a:pPr>
          </a:p>
          <a:p>
            <a:pPr algn="l">
              <a:lnSpc>
                <a:spcPts val="3359"/>
              </a:lnSpc>
            </a:pPr>
          </a:p>
          <a:p>
            <a:pPr algn="l">
              <a:lnSpc>
                <a:spcPts val="3359"/>
              </a:lnSpc>
            </a:pPr>
          </a:p>
        </p:txBody>
      </p:sp>
      <p:sp>
        <p:nvSpPr>
          <p:cNvPr name="TextBox 24" id="24"/>
          <p:cNvSpPr txBox="true"/>
          <p:nvPr/>
        </p:nvSpPr>
        <p:spPr>
          <a:xfrm rot="0">
            <a:off x="1531429" y="9373352"/>
            <a:ext cx="10162902" cy="1276350"/>
          </a:xfrm>
          <a:prstGeom prst="rect">
            <a:avLst/>
          </a:prstGeom>
        </p:spPr>
        <p:txBody>
          <a:bodyPr anchor="t" rtlCol="false" tIns="0" lIns="0" bIns="0" rIns="0">
            <a:spAutoFit/>
          </a:bodyPr>
          <a:lstStyle/>
          <a:p>
            <a:pPr algn="ctr">
              <a:lnSpc>
                <a:spcPts val="3359"/>
              </a:lnSpc>
            </a:pPr>
            <a:r>
              <a:rPr lang="en-US" sz="2799">
                <a:solidFill>
                  <a:srgbClr val="000000"/>
                </a:solidFill>
                <a:latin typeface="Arial"/>
                <a:ea typeface="Arial"/>
                <a:cs typeface="Arial"/>
                <a:sym typeface="Arial"/>
              </a:rPr>
              <a:t>Sources: Glaeser et al., Harvard Kennedy School (2009),</a:t>
            </a:r>
          </a:p>
          <a:p>
            <a:pPr algn="ctr">
              <a:lnSpc>
                <a:spcPts val="3359"/>
              </a:lnSpc>
            </a:pPr>
            <a:r>
              <a:rPr lang="en-US" sz="2799">
                <a:solidFill>
                  <a:srgbClr val="000000"/>
                </a:solidFill>
                <a:latin typeface="Arial"/>
                <a:ea typeface="Arial"/>
                <a:cs typeface="Arial"/>
                <a:sym typeface="Arial"/>
              </a:rPr>
              <a:t>                    VMC, 2 in 1 in-depth analysis of existing situation.</a:t>
            </a:r>
          </a:p>
          <a:p>
            <a:pPr algn="ctr">
              <a:lnSpc>
                <a:spcPts val="335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5400000">
            <a:off x="17422597" y="5527596"/>
            <a:ext cx="626402" cy="626402"/>
            <a:chOff x="0" y="0"/>
            <a:chExt cx="835203" cy="835203"/>
          </a:xfrm>
        </p:grpSpPr>
        <p:sp>
          <p:nvSpPr>
            <p:cNvPr name="Freeform 3" id="3"/>
            <p:cNvSpPr/>
            <p:nvPr/>
          </p:nvSpPr>
          <p:spPr>
            <a:xfrm flipH="false" flipV="false" rot="0">
              <a:off x="0" y="0"/>
              <a:ext cx="835152" cy="835152"/>
            </a:xfrm>
            <a:custGeom>
              <a:avLst/>
              <a:gdLst/>
              <a:ahLst/>
              <a:cxnLst/>
              <a:rect r="r" b="b" t="t" l="l"/>
              <a:pathLst>
                <a:path h="835152" w="835152">
                  <a:moveTo>
                    <a:pt x="835152" y="0"/>
                  </a:moveTo>
                  <a:lnTo>
                    <a:pt x="0" y="0"/>
                  </a:lnTo>
                  <a:lnTo>
                    <a:pt x="0" y="835152"/>
                  </a:lnTo>
                  <a:lnTo>
                    <a:pt x="835152" y="835152"/>
                  </a:lnTo>
                  <a:close/>
                </a:path>
              </a:pathLst>
            </a:custGeom>
            <a:solidFill>
              <a:srgbClr val="B13535"/>
            </a:solidFill>
            <a:ln w="12700">
              <a:solidFill>
                <a:srgbClr val="000000"/>
              </a:solidFill>
            </a:ln>
          </p:spPr>
        </p:sp>
      </p:grpSp>
      <p:grpSp>
        <p:nvGrpSpPr>
          <p:cNvPr name="Group 4" id="4"/>
          <p:cNvGrpSpPr/>
          <p:nvPr/>
        </p:nvGrpSpPr>
        <p:grpSpPr>
          <a:xfrm rot="5400000">
            <a:off x="17134599" y="6153998"/>
            <a:ext cx="287998" cy="287998"/>
            <a:chOff x="0" y="0"/>
            <a:chExt cx="383997" cy="383997"/>
          </a:xfrm>
        </p:grpSpPr>
        <p:sp>
          <p:nvSpPr>
            <p:cNvPr name="Freeform 5" id="5"/>
            <p:cNvSpPr/>
            <p:nvPr/>
          </p:nvSpPr>
          <p:spPr>
            <a:xfrm flipH="false" flipV="false" rot="0">
              <a:off x="0" y="0"/>
              <a:ext cx="384048" cy="384048"/>
            </a:xfrm>
            <a:custGeom>
              <a:avLst/>
              <a:gdLst/>
              <a:ahLst/>
              <a:cxnLst/>
              <a:rect r="r" b="b" t="t" l="l"/>
              <a:pathLst>
                <a:path h="384048" w="384048">
                  <a:moveTo>
                    <a:pt x="384048" y="0"/>
                  </a:moveTo>
                  <a:lnTo>
                    <a:pt x="0" y="0"/>
                  </a:lnTo>
                  <a:lnTo>
                    <a:pt x="0" y="384048"/>
                  </a:lnTo>
                  <a:lnTo>
                    <a:pt x="384048" y="384048"/>
                  </a:lnTo>
                  <a:close/>
                </a:path>
              </a:pathLst>
            </a:custGeom>
            <a:solidFill>
              <a:srgbClr val="000000"/>
            </a:solidFill>
            <a:ln w="12700">
              <a:solidFill>
                <a:srgbClr val="000000"/>
              </a:solidFill>
            </a:ln>
          </p:spPr>
        </p:sp>
      </p:grpSp>
      <p:grpSp>
        <p:nvGrpSpPr>
          <p:cNvPr name="Group 6" id="6"/>
          <p:cNvGrpSpPr/>
          <p:nvPr/>
        </p:nvGrpSpPr>
        <p:grpSpPr>
          <a:xfrm rot="-10800000">
            <a:off x="589950" y="3855148"/>
            <a:ext cx="492004" cy="492004"/>
            <a:chOff x="0" y="0"/>
            <a:chExt cx="656006" cy="656006"/>
          </a:xfrm>
        </p:grpSpPr>
        <p:sp>
          <p:nvSpPr>
            <p:cNvPr name="Freeform 7" id="7"/>
            <p:cNvSpPr/>
            <p:nvPr/>
          </p:nvSpPr>
          <p:spPr>
            <a:xfrm flipH="false" flipV="false" rot="0">
              <a:off x="0" y="0"/>
              <a:ext cx="655955" cy="655955"/>
            </a:xfrm>
            <a:custGeom>
              <a:avLst/>
              <a:gdLst/>
              <a:ahLst/>
              <a:cxnLst/>
              <a:rect r="r" b="b" t="t" l="l"/>
              <a:pathLst>
                <a:path h="655955" w="655955">
                  <a:moveTo>
                    <a:pt x="655955" y="0"/>
                  </a:moveTo>
                  <a:lnTo>
                    <a:pt x="0" y="0"/>
                  </a:lnTo>
                  <a:lnTo>
                    <a:pt x="0" y="655955"/>
                  </a:lnTo>
                  <a:lnTo>
                    <a:pt x="655955" y="655955"/>
                  </a:lnTo>
                  <a:close/>
                </a:path>
              </a:pathLst>
            </a:custGeom>
            <a:solidFill>
              <a:srgbClr val="000000"/>
            </a:solidFill>
            <a:ln w="12700">
              <a:solidFill>
                <a:srgbClr val="000000"/>
              </a:solidFill>
            </a:ln>
          </p:spPr>
        </p:sp>
      </p:grpSp>
      <p:grpSp>
        <p:nvGrpSpPr>
          <p:cNvPr name="Group 8" id="8"/>
          <p:cNvGrpSpPr/>
          <p:nvPr/>
        </p:nvGrpSpPr>
        <p:grpSpPr>
          <a:xfrm rot="-10800000">
            <a:off x="313754" y="3579324"/>
            <a:ext cx="275996" cy="275996"/>
            <a:chOff x="0" y="0"/>
            <a:chExt cx="367995" cy="367995"/>
          </a:xfrm>
        </p:grpSpPr>
        <p:sp>
          <p:nvSpPr>
            <p:cNvPr name="Freeform 9" id="9"/>
            <p:cNvSpPr/>
            <p:nvPr/>
          </p:nvSpPr>
          <p:spPr>
            <a:xfrm flipH="false" flipV="false" rot="0">
              <a:off x="0" y="0"/>
              <a:ext cx="368046" cy="368046"/>
            </a:xfrm>
            <a:custGeom>
              <a:avLst/>
              <a:gdLst/>
              <a:ahLst/>
              <a:cxnLst/>
              <a:rect r="r" b="b" t="t" l="l"/>
              <a:pathLst>
                <a:path h="368046" w="368046">
                  <a:moveTo>
                    <a:pt x="368046" y="0"/>
                  </a:moveTo>
                  <a:lnTo>
                    <a:pt x="0" y="0"/>
                  </a:lnTo>
                  <a:lnTo>
                    <a:pt x="0" y="368046"/>
                  </a:lnTo>
                  <a:lnTo>
                    <a:pt x="368046" y="368046"/>
                  </a:lnTo>
                  <a:close/>
                </a:path>
              </a:pathLst>
            </a:custGeom>
            <a:solidFill>
              <a:srgbClr val="000000"/>
            </a:solidFill>
            <a:ln w="12700">
              <a:solidFill>
                <a:srgbClr val="000000"/>
              </a:solidFill>
            </a:ln>
          </p:spPr>
        </p:sp>
      </p:grpSp>
      <p:grpSp>
        <p:nvGrpSpPr>
          <p:cNvPr name="Group 10" id="10"/>
          <p:cNvGrpSpPr/>
          <p:nvPr/>
        </p:nvGrpSpPr>
        <p:grpSpPr>
          <a:xfrm rot="-10800000">
            <a:off x="6676949" y="9469193"/>
            <a:ext cx="296999" cy="296999"/>
            <a:chOff x="0" y="0"/>
            <a:chExt cx="395999" cy="395999"/>
          </a:xfrm>
        </p:grpSpPr>
        <p:sp>
          <p:nvSpPr>
            <p:cNvPr name="Freeform 11" id="11"/>
            <p:cNvSpPr/>
            <p:nvPr/>
          </p:nvSpPr>
          <p:spPr>
            <a:xfrm flipH="false" flipV="false" rot="0">
              <a:off x="0" y="0"/>
              <a:ext cx="395986" cy="395986"/>
            </a:xfrm>
            <a:custGeom>
              <a:avLst/>
              <a:gdLst/>
              <a:ahLst/>
              <a:cxnLst/>
              <a:rect r="r" b="b" t="t" l="l"/>
              <a:pathLst>
                <a:path h="395986" w="395986">
                  <a:moveTo>
                    <a:pt x="395986" y="0"/>
                  </a:moveTo>
                  <a:lnTo>
                    <a:pt x="0" y="0"/>
                  </a:lnTo>
                  <a:lnTo>
                    <a:pt x="0" y="395986"/>
                  </a:lnTo>
                  <a:lnTo>
                    <a:pt x="395986" y="395986"/>
                  </a:lnTo>
                  <a:close/>
                </a:path>
              </a:pathLst>
            </a:custGeom>
            <a:solidFill>
              <a:srgbClr val="B13535"/>
            </a:solidFill>
            <a:ln w="12700">
              <a:solidFill>
                <a:srgbClr val="000000"/>
              </a:solidFill>
            </a:ln>
          </p:spPr>
        </p:sp>
      </p:grpSp>
      <p:grpSp>
        <p:nvGrpSpPr>
          <p:cNvPr name="Group 12" id="12"/>
          <p:cNvGrpSpPr/>
          <p:nvPr/>
        </p:nvGrpSpPr>
        <p:grpSpPr>
          <a:xfrm rot="-10800000">
            <a:off x="11590353" y="9766192"/>
            <a:ext cx="296999" cy="296999"/>
            <a:chOff x="0" y="0"/>
            <a:chExt cx="395999" cy="395999"/>
          </a:xfrm>
        </p:grpSpPr>
        <p:sp>
          <p:nvSpPr>
            <p:cNvPr name="Freeform 13" id="13"/>
            <p:cNvSpPr/>
            <p:nvPr/>
          </p:nvSpPr>
          <p:spPr>
            <a:xfrm flipH="false" flipV="false" rot="0">
              <a:off x="0" y="0"/>
              <a:ext cx="395986" cy="395986"/>
            </a:xfrm>
            <a:custGeom>
              <a:avLst/>
              <a:gdLst/>
              <a:ahLst/>
              <a:cxnLst/>
              <a:rect r="r" b="b" t="t" l="l"/>
              <a:pathLst>
                <a:path h="395986" w="395986">
                  <a:moveTo>
                    <a:pt x="395986" y="0"/>
                  </a:moveTo>
                  <a:lnTo>
                    <a:pt x="0" y="0"/>
                  </a:lnTo>
                  <a:lnTo>
                    <a:pt x="0" y="395986"/>
                  </a:lnTo>
                  <a:lnTo>
                    <a:pt x="395986" y="395986"/>
                  </a:lnTo>
                  <a:close/>
                </a:path>
              </a:pathLst>
            </a:custGeom>
            <a:solidFill>
              <a:srgbClr val="000000"/>
            </a:solidFill>
            <a:ln w="12700">
              <a:solidFill>
                <a:srgbClr val="000000"/>
              </a:solidFill>
            </a:ln>
          </p:spPr>
        </p:sp>
      </p:grpSp>
      <p:grpSp>
        <p:nvGrpSpPr>
          <p:cNvPr name="Group 14" id="14"/>
          <p:cNvGrpSpPr/>
          <p:nvPr/>
        </p:nvGrpSpPr>
        <p:grpSpPr>
          <a:xfrm rot="0">
            <a:off x="1439999" y="556812"/>
            <a:ext cx="15408002" cy="1343509"/>
            <a:chOff x="0" y="0"/>
            <a:chExt cx="20544003" cy="1791345"/>
          </a:xfrm>
        </p:grpSpPr>
        <p:sp>
          <p:nvSpPr>
            <p:cNvPr name="Freeform 15" id="15"/>
            <p:cNvSpPr/>
            <p:nvPr/>
          </p:nvSpPr>
          <p:spPr>
            <a:xfrm flipH="false" flipV="false" rot="0">
              <a:off x="0" y="0"/>
              <a:ext cx="20544000" cy="1791342"/>
            </a:xfrm>
            <a:custGeom>
              <a:avLst/>
              <a:gdLst/>
              <a:ahLst/>
              <a:cxnLst/>
              <a:rect r="r" b="b" t="t" l="l"/>
              <a:pathLst>
                <a:path h="1791342" w="20544000">
                  <a:moveTo>
                    <a:pt x="0" y="0"/>
                  </a:moveTo>
                  <a:lnTo>
                    <a:pt x="20544000" y="0"/>
                  </a:lnTo>
                  <a:lnTo>
                    <a:pt x="20544000" y="1791342"/>
                  </a:lnTo>
                  <a:lnTo>
                    <a:pt x="0" y="1791342"/>
                  </a:lnTo>
                  <a:close/>
                </a:path>
              </a:pathLst>
            </a:custGeom>
            <a:solidFill>
              <a:srgbClr val="000000">
                <a:alpha val="0"/>
              </a:srgbClr>
            </a:solidFill>
            <a:ln w="12700">
              <a:solidFill>
                <a:srgbClr val="000000"/>
              </a:solidFill>
            </a:ln>
          </p:spPr>
        </p:sp>
        <p:sp>
          <p:nvSpPr>
            <p:cNvPr name="TextBox 16" id="16"/>
            <p:cNvSpPr txBox="true"/>
            <p:nvPr/>
          </p:nvSpPr>
          <p:spPr>
            <a:xfrm>
              <a:off x="0" y="-38100"/>
              <a:ext cx="20544003" cy="1829445"/>
            </a:xfrm>
            <a:prstGeom prst="rect">
              <a:avLst/>
            </a:prstGeom>
          </p:spPr>
          <p:txBody>
            <a:bodyPr anchor="b" rtlCol="false" tIns="0" lIns="0" bIns="0" rIns="0"/>
            <a:lstStyle/>
            <a:p>
              <a:pPr algn="ctr">
                <a:lnSpc>
                  <a:spcPts val="7920"/>
                </a:lnSpc>
              </a:pPr>
              <a:r>
                <a:rPr lang="en-US" b="true" sz="6600">
                  <a:solidFill>
                    <a:srgbClr val="000000"/>
                  </a:solidFill>
                  <a:latin typeface="Arimo Bold"/>
                  <a:ea typeface="Arimo Bold"/>
                  <a:cs typeface="Arimo Bold"/>
                  <a:sym typeface="Arimo Bold"/>
                </a:rPr>
                <a:t>Motivation </a:t>
              </a:r>
            </a:p>
          </p:txBody>
        </p:sp>
      </p:grpSp>
      <p:sp>
        <p:nvSpPr>
          <p:cNvPr name="TextBox 17" id="17"/>
          <p:cNvSpPr txBox="true"/>
          <p:nvPr/>
        </p:nvSpPr>
        <p:spPr>
          <a:xfrm rot="0">
            <a:off x="2744695" y="2645474"/>
            <a:ext cx="13822051" cy="6305550"/>
          </a:xfrm>
          <a:prstGeom prst="rect">
            <a:avLst/>
          </a:prstGeom>
        </p:spPr>
        <p:txBody>
          <a:bodyPr anchor="t" rtlCol="false" tIns="0" lIns="0" bIns="0" rIns="0">
            <a:spAutoFit/>
          </a:bodyPr>
          <a:lstStyle/>
          <a:p>
            <a:pPr algn="l" marL="604519" indent="-302260" lvl="1">
              <a:lnSpc>
                <a:spcPts val="3359"/>
              </a:lnSpc>
              <a:buFont typeface="Arial"/>
              <a:buChar char="•"/>
            </a:pPr>
            <a:r>
              <a:rPr lang="en-US" sz="2799">
                <a:solidFill>
                  <a:srgbClr val="000000"/>
                </a:solidFill>
                <a:latin typeface="Arimo"/>
                <a:ea typeface="Arimo"/>
                <a:cs typeface="Arimo"/>
                <a:sym typeface="Arimo"/>
              </a:rPr>
              <a:t>Cities grow fast, but not everyone benefits in the same way.</a:t>
            </a:r>
          </a:p>
          <a:p>
            <a:pPr algn="l">
              <a:lnSpc>
                <a:spcPts val="3359"/>
              </a:lnSpc>
            </a:pPr>
          </a:p>
          <a:p>
            <a:pPr algn="l" marL="604519" indent="-302260" lvl="1">
              <a:lnSpc>
                <a:spcPts val="3359"/>
              </a:lnSpc>
              <a:buFont typeface="Arial"/>
              <a:buChar char="•"/>
            </a:pPr>
            <a:r>
              <a:rPr lang="en-US" sz="2799">
                <a:solidFill>
                  <a:srgbClr val="000000"/>
                </a:solidFill>
                <a:latin typeface="Arimo"/>
                <a:ea typeface="Arimo"/>
                <a:cs typeface="Arimo"/>
                <a:sym typeface="Arimo"/>
              </a:rPr>
              <a:t>In Vadodara, some neighborhoods have good schools, hospitals, transport, and jobs nearby, while others struggle to access even basic services.</a:t>
            </a:r>
          </a:p>
          <a:p>
            <a:pPr algn="l">
              <a:lnSpc>
                <a:spcPts val="3359"/>
              </a:lnSpc>
            </a:pPr>
          </a:p>
          <a:p>
            <a:pPr algn="l" marL="604519" indent="-302260" lvl="1">
              <a:lnSpc>
                <a:spcPts val="3359"/>
              </a:lnSpc>
              <a:buFont typeface="Arial"/>
              <a:buChar char="•"/>
            </a:pPr>
            <a:r>
              <a:rPr lang="en-US" sz="2799">
                <a:solidFill>
                  <a:srgbClr val="000000"/>
                </a:solidFill>
                <a:latin typeface="Arimo"/>
                <a:ea typeface="Arimo"/>
                <a:cs typeface="Arimo"/>
                <a:sym typeface="Arimo"/>
              </a:rPr>
              <a:t>These differences are often visible on the ground, but rarely measured clearly or mapped in one place.</a:t>
            </a:r>
          </a:p>
          <a:p>
            <a:pPr algn="l">
              <a:lnSpc>
                <a:spcPts val="3359"/>
              </a:lnSpc>
            </a:pPr>
          </a:p>
          <a:p>
            <a:pPr algn="l" marL="604519" indent="-302260" lvl="1">
              <a:lnSpc>
                <a:spcPts val="3359"/>
              </a:lnSpc>
              <a:buFont typeface="Arial"/>
              <a:buChar char="•"/>
            </a:pPr>
            <a:r>
              <a:rPr lang="en-US" sz="2799">
                <a:solidFill>
                  <a:srgbClr val="000000"/>
                </a:solidFill>
                <a:latin typeface="Arimo"/>
                <a:ea typeface="Arimo"/>
                <a:cs typeface="Arimo"/>
                <a:sym typeface="Arimo"/>
              </a:rPr>
              <a:t>Without clear evidence, planning decisions risk helping already advantaged areas and leaving vulnerable communities behind.</a:t>
            </a:r>
          </a:p>
          <a:p>
            <a:pPr algn="l">
              <a:lnSpc>
                <a:spcPts val="3359"/>
              </a:lnSpc>
            </a:pPr>
          </a:p>
          <a:p>
            <a:pPr algn="l" marL="604519" indent="-302260" lvl="1">
              <a:lnSpc>
                <a:spcPts val="3359"/>
              </a:lnSpc>
              <a:buFont typeface="Arial"/>
              <a:buChar char="•"/>
            </a:pPr>
            <a:r>
              <a:rPr lang="en-US" sz="2799">
                <a:solidFill>
                  <a:srgbClr val="000000"/>
                </a:solidFill>
                <a:latin typeface="Arimo"/>
                <a:ea typeface="Arimo"/>
                <a:cs typeface="Arimo"/>
                <a:sym typeface="Arimo"/>
              </a:rPr>
              <a:t>This study aims to turn everyday urban experiences like reaching a bus stop, a hospital, or a safe area into measurable insights that can guide fairer urban planning in Vadodara.</a:t>
            </a:r>
          </a:p>
          <a:p>
            <a:pPr algn="l">
              <a:lnSpc>
                <a:spcPts val="3359"/>
              </a:lnSpc>
            </a:pPr>
          </a:p>
        </p:txBody>
      </p:sp>
      <p:sp>
        <p:nvSpPr>
          <p:cNvPr name="AutoShape 18" id="18"/>
          <p:cNvSpPr/>
          <p:nvPr/>
        </p:nvSpPr>
        <p:spPr>
          <a:xfrm>
            <a:off x="5770880" y="2281321"/>
            <a:ext cx="6492240" cy="0"/>
          </a:xfrm>
          <a:prstGeom prst="line">
            <a:avLst/>
          </a:prstGeom>
          <a:ln cap="flat" w="38100">
            <a:solidFill>
              <a:srgbClr val="000000"/>
            </a:solidFill>
            <a:prstDash val="solid"/>
            <a:headEnd type="diamond" len="lg" w="lg"/>
            <a:tailEnd type="diamond" len="lg" w="lg"/>
          </a:ln>
        </p:spPr>
      </p:sp>
      <p:sp>
        <p:nvSpPr>
          <p:cNvPr name="AutoShape 19" id="19"/>
          <p:cNvSpPr/>
          <p:nvPr/>
        </p:nvSpPr>
        <p:spPr>
          <a:xfrm>
            <a:off x="5770880" y="8951024"/>
            <a:ext cx="6492240" cy="0"/>
          </a:xfrm>
          <a:prstGeom prst="line">
            <a:avLst/>
          </a:prstGeom>
          <a:ln cap="flat" w="38100">
            <a:solidFill>
              <a:srgbClr val="000000"/>
            </a:solidFill>
            <a:prstDash val="solid"/>
            <a:headEnd type="diamond" len="lg" w="lg"/>
            <a:tailEnd type="diamond" len="lg" w="lg"/>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grpSp>
        <p:nvGrpSpPr>
          <p:cNvPr name="Group 2" id="2"/>
          <p:cNvGrpSpPr/>
          <p:nvPr/>
        </p:nvGrpSpPr>
        <p:grpSpPr>
          <a:xfrm rot="0">
            <a:off x="17134599" y="8750798"/>
            <a:ext cx="626402" cy="626402"/>
            <a:chOff x="0" y="0"/>
            <a:chExt cx="835203" cy="835203"/>
          </a:xfrm>
        </p:grpSpPr>
        <p:sp>
          <p:nvSpPr>
            <p:cNvPr name="Freeform 3" id="3"/>
            <p:cNvSpPr/>
            <p:nvPr/>
          </p:nvSpPr>
          <p:spPr>
            <a:xfrm flipH="false" flipV="false" rot="0">
              <a:off x="0" y="0"/>
              <a:ext cx="835152" cy="835152"/>
            </a:xfrm>
            <a:custGeom>
              <a:avLst/>
              <a:gdLst/>
              <a:ahLst/>
              <a:cxnLst/>
              <a:rect r="r" b="b" t="t" l="l"/>
              <a:pathLst>
                <a:path h="835152" w="835152">
                  <a:moveTo>
                    <a:pt x="835152" y="0"/>
                  </a:moveTo>
                  <a:lnTo>
                    <a:pt x="0" y="0"/>
                  </a:lnTo>
                  <a:lnTo>
                    <a:pt x="0" y="835152"/>
                  </a:lnTo>
                  <a:lnTo>
                    <a:pt x="835152" y="835152"/>
                  </a:lnTo>
                  <a:close/>
                </a:path>
              </a:pathLst>
            </a:custGeom>
            <a:solidFill>
              <a:srgbClr val="B13535"/>
            </a:solidFill>
            <a:ln w="12700">
              <a:solidFill>
                <a:srgbClr val="000000"/>
              </a:solidFill>
            </a:ln>
          </p:spPr>
        </p:sp>
      </p:grpSp>
      <p:grpSp>
        <p:nvGrpSpPr>
          <p:cNvPr name="Group 4" id="4"/>
          <p:cNvGrpSpPr/>
          <p:nvPr/>
        </p:nvGrpSpPr>
        <p:grpSpPr>
          <a:xfrm rot="0">
            <a:off x="17761001" y="9377201"/>
            <a:ext cx="287998" cy="287998"/>
            <a:chOff x="0" y="0"/>
            <a:chExt cx="383997" cy="383997"/>
          </a:xfrm>
        </p:grpSpPr>
        <p:sp>
          <p:nvSpPr>
            <p:cNvPr name="Freeform 5" id="5"/>
            <p:cNvSpPr/>
            <p:nvPr/>
          </p:nvSpPr>
          <p:spPr>
            <a:xfrm flipH="false" flipV="false" rot="0">
              <a:off x="0" y="0"/>
              <a:ext cx="384048" cy="384048"/>
            </a:xfrm>
            <a:custGeom>
              <a:avLst/>
              <a:gdLst/>
              <a:ahLst/>
              <a:cxnLst/>
              <a:rect r="r" b="b" t="t" l="l"/>
              <a:pathLst>
                <a:path h="384048" w="384048">
                  <a:moveTo>
                    <a:pt x="384048" y="0"/>
                  </a:moveTo>
                  <a:lnTo>
                    <a:pt x="0" y="0"/>
                  </a:lnTo>
                  <a:lnTo>
                    <a:pt x="0" y="384048"/>
                  </a:lnTo>
                  <a:lnTo>
                    <a:pt x="384048" y="384048"/>
                  </a:lnTo>
                  <a:close/>
                </a:path>
              </a:pathLst>
            </a:custGeom>
            <a:solidFill>
              <a:srgbClr val="000000"/>
            </a:solidFill>
            <a:ln w="12700">
              <a:solidFill>
                <a:srgbClr val="000000"/>
              </a:solidFill>
            </a:ln>
          </p:spPr>
        </p:sp>
      </p:grpSp>
      <p:grpSp>
        <p:nvGrpSpPr>
          <p:cNvPr name="Group 6" id="6"/>
          <p:cNvGrpSpPr/>
          <p:nvPr/>
        </p:nvGrpSpPr>
        <p:grpSpPr>
          <a:xfrm rot="-5400000">
            <a:off x="313934" y="971112"/>
            <a:ext cx="492004" cy="492004"/>
            <a:chOff x="0" y="0"/>
            <a:chExt cx="656006" cy="656006"/>
          </a:xfrm>
        </p:grpSpPr>
        <p:sp>
          <p:nvSpPr>
            <p:cNvPr name="Freeform 7" id="7"/>
            <p:cNvSpPr/>
            <p:nvPr/>
          </p:nvSpPr>
          <p:spPr>
            <a:xfrm flipH="false" flipV="false" rot="0">
              <a:off x="0" y="0"/>
              <a:ext cx="655955" cy="655955"/>
            </a:xfrm>
            <a:custGeom>
              <a:avLst/>
              <a:gdLst/>
              <a:ahLst/>
              <a:cxnLst/>
              <a:rect r="r" b="b" t="t" l="l"/>
              <a:pathLst>
                <a:path h="655955" w="655955">
                  <a:moveTo>
                    <a:pt x="655955" y="0"/>
                  </a:moveTo>
                  <a:lnTo>
                    <a:pt x="0" y="0"/>
                  </a:lnTo>
                  <a:lnTo>
                    <a:pt x="0" y="655955"/>
                  </a:lnTo>
                  <a:lnTo>
                    <a:pt x="655955" y="655955"/>
                  </a:lnTo>
                  <a:close/>
                </a:path>
              </a:pathLst>
            </a:custGeom>
            <a:solidFill>
              <a:srgbClr val="B13535"/>
            </a:solidFill>
            <a:ln w="12700">
              <a:solidFill>
                <a:srgbClr val="000000"/>
              </a:solidFill>
            </a:ln>
          </p:spPr>
        </p:sp>
      </p:grpSp>
      <p:grpSp>
        <p:nvGrpSpPr>
          <p:cNvPr name="Group 8" id="8"/>
          <p:cNvGrpSpPr/>
          <p:nvPr/>
        </p:nvGrpSpPr>
        <p:grpSpPr>
          <a:xfrm rot="-5400000">
            <a:off x="805758" y="694915"/>
            <a:ext cx="275996" cy="275996"/>
            <a:chOff x="0" y="0"/>
            <a:chExt cx="367995" cy="367995"/>
          </a:xfrm>
        </p:grpSpPr>
        <p:sp>
          <p:nvSpPr>
            <p:cNvPr name="Freeform 9" id="9"/>
            <p:cNvSpPr/>
            <p:nvPr/>
          </p:nvSpPr>
          <p:spPr>
            <a:xfrm flipH="false" flipV="false" rot="0">
              <a:off x="0" y="0"/>
              <a:ext cx="368046" cy="368046"/>
            </a:xfrm>
            <a:custGeom>
              <a:avLst/>
              <a:gdLst/>
              <a:ahLst/>
              <a:cxnLst/>
              <a:rect r="r" b="b" t="t" l="l"/>
              <a:pathLst>
                <a:path h="368046" w="368046">
                  <a:moveTo>
                    <a:pt x="368046" y="0"/>
                  </a:moveTo>
                  <a:lnTo>
                    <a:pt x="0" y="0"/>
                  </a:lnTo>
                  <a:lnTo>
                    <a:pt x="0" y="368046"/>
                  </a:lnTo>
                  <a:lnTo>
                    <a:pt x="368046" y="368046"/>
                  </a:lnTo>
                  <a:close/>
                </a:path>
              </a:pathLst>
            </a:custGeom>
            <a:solidFill>
              <a:srgbClr val="000000"/>
            </a:solidFill>
            <a:ln w="12700">
              <a:solidFill>
                <a:srgbClr val="000000"/>
              </a:solidFill>
            </a:ln>
          </p:spPr>
        </p:sp>
      </p:grpSp>
      <p:grpSp>
        <p:nvGrpSpPr>
          <p:cNvPr name="Group 10" id="10"/>
          <p:cNvGrpSpPr/>
          <p:nvPr/>
        </p:nvGrpSpPr>
        <p:grpSpPr>
          <a:xfrm rot="-10800000">
            <a:off x="676199" y="7868993"/>
            <a:ext cx="296999" cy="296999"/>
            <a:chOff x="0" y="0"/>
            <a:chExt cx="395999" cy="395999"/>
          </a:xfrm>
        </p:grpSpPr>
        <p:sp>
          <p:nvSpPr>
            <p:cNvPr name="Freeform 11" id="11"/>
            <p:cNvSpPr/>
            <p:nvPr/>
          </p:nvSpPr>
          <p:spPr>
            <a:xfrm flipH="false" flipV="false" rot="0">
              <a:off x="0" y="0"/>
              <a:ext cx="395986" cy="395986"/>
            </a:xfrm>
            <a:custGeom>
              <a:avLst/>
              <a:gdLst/>
              <a:ahLst/>
              <a:cxnLst/>
              <a:rect r="r" b="b" t="t" l="l"/>
              <a:pathLst>
                <a:path h="395986" w="395986">
                  <a:moveTo>
                    <a:pt x="395986" y="0"/>
                  </a:moveTo>
                  <a:lnTo>
                    <a:pt x="0" y="0"/>
                  </a:lnTo>
                  <a:lnTo>
                    <a:pt x="0" y="395986"/>
                  </a:lnTo>
                  <a:lnTo>
                    <a:pt x="395986" y="395986"/>
                  </a:lnTo>
                  <a:close/>
                </a:path>
              </a:pathLst>
            </a:custGeom>
            <a:solidFill>
              <a:srgbClr val="B13535"/>
            </a:solidFill>
            <a:ln w="12700">
              <a:solidFill>
                <a:srgbClr val="000000"/>
              </a:solidFill>
            </a:ln>
          </p:spPr>
        </p:sp>
      </p:grpSp>
      <p:grpSp>
        <p:nvGrpSpPr>
          <p:cNvPr name="Group 12" id="12"/>
          <p:cNvGrpSpPr/>
          <p:nvPr/>
        </p:nvGrpSpPr>
        <p:grpSpPr>
          <a:xfrm rot="-10800000">
            <a:off x="4922853" y="9766192"/>
            <a:ext cx="296999" cy="296999"/>
            <a:chOff x="0" y="0"/>
            <a:chExt cx="395999" cy="395999"/>
          </a:xfrm>
        </p:grpSpPr>
        <p:sp>
          <p:nvSpPr>
            <p:cNvPr name="Freeform 13" id="13"/>
            <p:cNvSpPr/>
            <p:nvPr/>
          </p:nvSpPr>
          <p:spPr>
            <a:xfrm flipH="false" flipV="false" rot="0">
              <a:off x="0" y="0"/>
              <a:ext cx="395986" cy="395986"/>
            </a:xfrm>
            <a:custGeom>
              <a:avLst/>
              <a:gdLst/>
              <a:ahLst/>
              <a:cxnLst/>
              <a:rect r="r" b="b" t="t" l="l"/>
              <a:pathLst>
                <a:path h="395986" w="395986">
                  <a:moveTo>
                    <a:pt x="395986" y="0"/>
                  </a:moveTo>
                  <a:lnTo>
                    <a:pt x="0" y="0"/>
                  </a:lnTo>
                  <a:lnTo>
                    <a:pt x="0" y="395986"/>
                  </a:lnTo>
                  <a:lnTo>
                    <a:pt x="395986" y="395986"/>
                  </a:lnTo>
                  <a:close/>
                </a:path>
              </a:pathLst>
            </a:custGeom>
            <a:solidFill>
              <a:srgbClr val="000000"/>
            </a:solidFill>
            <a:ln w="12700">
              <a:solidFill>
                <a:srgbClr val="000000"/>
              </a:solidFill>
            </a:ln>
          </p:spPr>
        </p:sp>
      </p:grpSp>
      <p:grpSp>
        <p:nvGrpSpPr>
          <p:cNvPr name="Group 14" id="14"/>
          <p:cNvGrpSpPr/>
          <p:nvPr/>
        </p:nvGrpSpPr>
        <p:grpSpPr>
          <a:xfrm rot="-10800000">
            <a:off x="17146895" y="2573093"/>
            <a:ext cx="296999" cy="296999"/>
            <a:chOff x="0" y="0"/>
            <a:chExt cx="395999" cy="395999"/>
          </a:xfrm>
        </p:grpSpPr>
        <p:sp>
          <p:nvSpPr>
            <p:cNvPr name="Freeform 15" id="15"/>
            <p:cNvSpPr/>
            <p:nvPr/>
          </p:nvSpPr>
          <p:spPr>
            <a:xfrm flipH="false" flipV="false" rot="0">
              <a:off x="0" y="0"/>
              <a:ext cx="395986" cy="395986"/>
            </a:xfrm>
            <a:custGeom>
              <a:avLst/>
              <a:gdLst/>
              <a:ahLst/>
              <a:cxnLst/>
              <a:rect r="r" b="b" t="t" l="l"/>
              <a:pathLst>
                <a:path h="395986" w="395986">
                  <a:moveTo>
                    <a:pt x="395986" y="0"/>
                  </a:moveTo>
                  <a:lnTo>
                    <a:pt x="0" y="0"/>
                  </a:lnTo>
                  <a:lnTo>
                    <a:pt x="0" y="395986"/>
                  </a:lnTo>
                  <a:lnTo>
                    <a:pt x="395986" y="395986"/>
                  </a:lnTo>
                  <a:close/>
                </a:path>
              </a:pathLst>
            </a:custGeom>
            <a:solidFill>
              <a:srgbClr val="B13535"/>
            </a:solidFill>
            <a:ln w="12700">
              <a:solidFill>
                <a:srgbClr val="000000"/>
              </a:solidFill>
            </a:ln>
          </p:spPr>
        </p:sp>
      </p:grpSp>
      <p:grpSp>
        <p:nvGrpSpPr>
          <p:cNvPr name="Group 16" id="16"/>
          <p:cNvGrpSpPr/>
          <p:nvPr/>
        </p:nvGrpSpPr>
        <p:grpSpPr>
          <a:xfrm rot="-10800000">
            <a:off x="17451695" y="2877893"/>
            <a:ext cx="296999" cy="296999"/>
            <a:chOff x="0" y="0"/>
            <a:chExt cx="395999" cy="395999"/>
          </a:xfrm>
        </p:grpSpPr>
        <p:sp>
          <p:nvSpPr>
            <p:cNvPr name="Freeform 17" id="17"/>
            <p:cNvSpPr/>
            <p:nvPr/>
          </p:nvSpPr>
          <p:spPr>
            <a:xfrm flipH="false" flipV="false" rot="0">
              <a:off x="0" y="0"/>
              <a:ext cx="395986" cy="395986"/>
            </a:xfrm>
            <a:custGeom>
              <a:avLst/>
              <a:gdLst/>
              <a:ahLst/>
              <a:cxnLst/>
              <a:rect r="r" b="b" t="t" l="l"/>
              <a:pathLst>
                <a:path h="395986" w="395986">
                  <a:moveTo>
                    <a:pt x="395986" y="0"/>
                  </a:moveTo>
                  <a:lnTo>
                    <a:pt x="0" y="0"/>
                  </a:lnTo>
                  <a:lnTo>
                    <a:pt x="0" y="395986"/>
                  </a:lnTo>
                  <a:lnTo>
                    <a:pt x="395986" y="395986"/>
                  </a:lnTo>
                  <a:close/>
                </a:path>
              </a:pathLst>
            </a:custGeom>
            <a:solidFill>
              <a:srgbClr val="000000"/>
            </a:solidFill>
            <a:ln w="12700">
              <a:solidFill>
                <a:srgbClr val="000000"/>
              </a:solidFill>
            </a:ln>
          </p:spPr>
        </p:sp>
      </p:grpSp>
      <p:grpSp>
        <p:nvGrpSpPr>
          <p:cNvPr name="Group 18" id="18"/>
          <p:cNvGrpSpPr/>
          <p:nvPr/>
        </p:nvGrpSpPr>
        <p:grpSpPr>
          <a:xfrm rot="0">
            <a:off x="1440047" y="956862"/>
            <a:ext cx="15408002" cy="1343509"/>
            <a:chOff x="0" y="0"/>
            <a:chExt cx="20544003" cy="1791345"/>
          </a:xfrm>
        </p:grpSpPr>
        <p:sp>
          <p:nvSpPr>
            <p:cNvPr name="Freeform 19" id="19"/>
            <p:cNvSpPr/>
            <p:nvPr/>
          </p:nvSpPr>
          <p:spPr>
            <a:xfrm flipH="false" flipV="false" rot="0">
              <a:off x="0" y="0"/>
              <a:ext cx="20544000" cy="1791342"/>
            </a:xfrm>
            <a:custGeom>
              <a:avLst/>
              <a:gdLst/>
              <a:ahLst/>
              <a:cxnLst/>
              <a:rect r="r" b="b" t="t" l="l"/>
              <a:pathLst>
                <a:path h="1791342" w="20544000">
                  <a:moveTo>
                    <a:pt x="0" y="0"/>
                  </a:moveTo>
                  <a:lnTo>
                    <a:pt x="20544000" y="0"/>
                  </a:lnTo>
                  <a:lnTo>
                    <a:pt x="20544000" y="1791342"/>
                  </a:lnTo>
                  <a:lnTo>
                    <a:pt x="0" y="1791342"/>
                  </a:lnTo>
                  <a:close/>
                </a:path>
              </a:pathLst>
            </a:custGeom>
            <a:solidFill>
              <a:srgbClr val="000000">
                <a:alpha val="0"/>
              </a:srgbClr>
            </a:solidFill>
            <a:ln w="12700">
              <a:solidFill>
                <a:srgbClr val="000000"/>
              </a:solidFill>
            </a:ln>
          </p:spPr>
        </p:sp>
        <p:sp>
          <p:nvSpPr>
            <p:cNvPr name="TextBox 20" id="20"/>
            <p:cNvSpPr txBox="true"/>
            <p:nvPr/>
          </p:nvSpPr>
          <p:spPr>
            <a:xfrm>
              <a:off x="0" y="-38100"/>
              <a:ext cx="20544003" cy="1829445"/>
            </a:xfrm>
            <a:prstGeom prst="rect">
              <a:avLst/>
            </a:prstGeom>
          </p:spPr>
          <p:txBody>
            <a:bodyPr anchor="b" rtlCol="false" tIns="0" lIns="0" bIns="0" rIns="0"/>
            <a:lstStyle/>
            <a:p>
              <a:pPr algn="ctr">
                <a:lnSpc>
                  <a:spcPts val="7920"/>
                </a:lnSpc>
              </a:pPr>
              <a:r>
                <a:rPr lang="en-US" b="true" sz="6600">
                  <a:solidFill>
                    <a:srgbClr val="000000"/>
                  </a:solidFill>
                  <a:latin typeface="Arimo Bold"/>
                  <a:ea typeface="Arimo Bold"/>
                  <a:cs typeface="Arimo Bold"/>
                  <a:sym typeface="Arimo Bold"/>
                </a:rPr>
                <a:t>Network </a:t>
              </a:r>
            </a:p>
          </p:txBody>
        </p:sp>
      </p:grpSp>
      <p:sp>
        <p:nvSpPr>
          <p:cNvPr name="TextBox 21" id="21"/>
          <p:cNvSpPr txBox="true"/>
          <p:nvPr/>
        </p:nvSpPr>
        <p:spPr>
          <a:xfrm rot="0">
            <a:off x="1531477" y="3137726"/>
            <a:ext cx="8020345" cy="4500601"/>
          </a:xfrm>
          <a:prstGeom prst="rect">
            <a:avLst/>
          </a:prstGeom>
        </p:spPr>
        <p:txBody>
          <a:bodyPr anchor="t" rtlCol="false" tIns="0" lIns="0" bIns="0" rIns="0">
            <a:spAutoFit/>
          </a:bodyPr>
          <a:lstStyle/>
          <a:p>
            <a:pPr algn="l">
              <a:lnSpc>
                <a:spcPts val="4800"/>
              </a:lnSpc>
            </a:pPr>
            <a:r>
              <a:rPr lang="en-US" b="true" sz="4000">
                <a:solidFill>
                  <a:srgbClr val="000000"/>
                </a:solidFill>
                <a:latin typeface="Arimo Bold"/>
                <a:ea typeface="Arimo Bold"/>
                <a:cs typeface="Arimo Bold"/>
                <a:sym typeface="Arimo Bold"/>
              </a:rPr>
              <a:t>Photos</a:t>
            </a:r>
          </a:p>
          <a:p>
            <a:pPr algn="l" marL="955040" indent="-477520" lvl="1">
              <a:lnSpc>
                <a:spcPts val="3359"/>
              </a:lnSpc>
              <a:buFont typeface="Arial"/>
              <a:buChar char="•"/>
            </a:pPr>
            <a:r>
              <a:rPr lang="en-US" sz="2799" u="sng">
                <a:solidFill>
                  <a:srgbClr val="000000"/>
                </a:solidFill>
                <a:latin typeface="Arimo"/>
                <a:ea typeface="Arimo"/>
                <a:cs typeface="Arimo"/>
                <a:sym typeface="Arimo"/>
                <a:hlinkClick r:id="rId2" tooltip="https://www.freepik.com/free-photo/analog-landscape-city-with-buildings_31261376.htm/?utm_source=slidesgo_template&amp;utm_medium=referral-link&amp;utm_campaign=sg_resources&amp;utm_content=freepik"/>
              </a:rPr>
              <a:t>Analog landscape of city with buildings I</a:t>
            </a:r>
          </a:p>
          <a:p>
            <a:pPr algn="l" marL="955040" indent="-477520" lvl="1">
              <a:lnSpc>
                <a:spcPts val="3359"/>
              </a:lnSpc>
              <a:buFont typeface="Arial"/>
              <a:buChar char="•"/>
            </a:pPr>
            <a:r>
              <a:rPr lang="en-US" sz="2799" u="sng">
                <a:solidFill>
                  <a:srgbClr val="000000"/>
                </a:solidFill>
                <a:latin typeface="Arimo"/>
                <a:ea typeface="Arimo"/>
                <a:cs typeface="Arimo"/>
                <a:sym typeface="Arimo"/>
                <a:hlinkClick r:id="rId3" tooltip="https://www.freepik.com/free-photo/analog-landscape-city-with-buildings_31261387.htm/?utm_source=slidesgo_template&amp;utm_medium=referral-link&amp;utm_campaign=sg_resources&amp;utm_content=freepik"/>
              </a:rPr>
              <a:t>Analog landscape of city with buildings II</a:t>
            </a:r>
          </a:p>
          <a:p>
            <a:pPr algn="l" marL="955040" indent="-477520" lvl="1">
              <a:lnSpc>
                <a:spcPts val="3359"/>
              </a:lnSpc>
              <a:buFont typeface="Arial"/>
              <a:buChar char="•"/>
            </a:pPr>
            <a:r>
              <a:rPr lang="en-US" sz="2799" u="sng">
                <a:solidFill>
                  <a:srgbClr val="000000"/>
                </a:solidFill>
                <a:latin typeface="Arimo"/>
                <a:ea typeface="Arimo"/>
                <a:cs typeface="Arimo"/>
                <a:sym typeface="Arimo"/>
                <a:hlinkClick r:id="rId4" tooltip="https://www.freepik.com/free-photo/sunny-urban-landscape_29017409.htm/?utm_source=slidesgo_template&amp;utm_medium=referral-link&amp;utm_campaign=sg_resources&amp;utm_content=freepik"/>
              </a:rPr>
              <a:t>Sunny urban landscape I</a:t>
            </a:r>
          </a:p>
          <a:p>
            <a:pPr algn="l" marL="955040" indent="-477520" lvl="1">
              <a:lnSpc>
                <a:spcPts val="3359"/>
              </a:lnSpc>
              <a:buFont typeface="Arial"/>
              <a:buChar char="•"/>
            </a:pPr>
            <a:r>
              <a:rPr lang="en-US" sz="2799" u="sng">
                <a:solidFill>
                  <a:srgbClr val="000000"/>
                </a:solidFill>
                <a:latin typeface="Arimo"/>
                <a:ea typeface="Arimo"/>
                <a:cs typeface="Arimo"/>
                <a:sym typeface="Arimo"/>
                <a:hlinkClick r:id="rId5" tooltip="https://www.freepik.com/free-photo/sunny-urban-landscape_29017436.htm/?utm_source=slidesgo_template&amp;utm_medium=referral-link&amp;utm_campaign=sg_resources&amp;utm_content=freepik"/>
              </a:rPr>
              <a:t>Sunny urban landscape </a:t>
            </a:r>
            <a:r>
              <a:rPr lang="en-US" sz="2799" u="sng">
                <a:solidFill>
                  <a:srgbClr val="000000"/>
                </a:solidFill>
                <a:latin typeface="Arimo"/>
                <a:ea typeface="Arimo"/>
                <a:cs typeface="Arimo"/>
                <a:sym typeface="Arimo"/>
              </a:rPr>
              <a:t>II</a:t>
            </a:r>
          </a:p>
          <a:p>
            <a:pPr algn="l" marL="955040" indent="-477520" lvl="1">
              <a:lnSpc>
                <a:spcPts val="3359"/>
              </a:lnSpc>
              <a:buFont typeface="Arial"/>
              <a:buChar char="•"/>
            </a:pPr>
            <a:r>
              <a:rPr lang="en-US" sz="2799" u="sng">
                <a:solidFill>
                  <a:srgbClr val="000000"/>
                </a:solidFill>
                <a:latin typeface="Arimo"/>
                <a:ea typeface="Arimo"/>
                <a:cs typeface="Arimo"/>
                <a:sym typeface="Arimo"/>
                <a:hlinkClick r:id="rId6" tooltip="https://www.freepik.com/free-photo/sunny-urban-landscape_29017437.htm/?utm_source=slidesgo_template&amp;utm_medium=referral-link&amp;utm_campaign=sg_resources&amp;utm_content=freepik"/>
              </a:rPr>
              <a:t>Sunny urban landscape </a:t>
            </a:r>
            <a:r>
              <a:rPr lang="en-US" sz="2799" u="sng">
                <a:solidFill>
                  <a:srgbClr val="000000"/>
                </a:solidFill>
                <a:latin typeface="Arimo"/>
                <a:ea typeface="Arimo"/>
                <a:cs typeface="Arimo"/>
                <a:sym typeface="Arimo"/>
              </a:rPr>
              <a:t>III</a:t>
            </a:r>
          </a:p>
          <a:p>
            <a:pPr algn="l" marL="955040" indent="-477520" lvl="1">
              <a:lnSpc>
                <a:spcPts val="3359"/>
              </a:lnSpc>
            </a:pPr>
          </a:p>
          <a:p>
            <a:pPr algn="l" marL="1364343" indent="-682171" lvl="1">
              <a:lnSpc>
                <a:spcPts val="4800"/>
              </a:lnSpc>
            </a:pPr>
            <a:r>
              <a:rPr lang="en-US" b="true" sz="4000">
                <a:solidFill>
                  <a:srgbClr val="000000"/>
                </a:solidFill>
                <a:latin typeface="Arimo Bold"/>
                <a:ea typeface="Arimo Bold"/>
                <a:cs typeface="Arimo Bold"/>
                <a:sym typeface="Arimo Bold"/>
              </a:rPr>
              <a:t>Vectors</a:t>
            </a:r>
          </a:p>
          <a:p>
            <a:pPr algn="l" marL="955040" indent="-477520" lvl="1">
              <a:lnSpc>
                <a:spcPts val="3359"/>
              </a:lnSpc>
              <a:buFont typeface="Arial"/>
              <a:buChar char="•"/>
            </a:pPr>
            <a:r>
              <a:rPr lang="en-US" sz="2799" u="sng">
                <a:solidFill>
                  <a:srgbClr val="000000"/>
                </a:solidFill>
                <a:latin typeface="Arimo"/>
                <a:ea typeface="Arimo"/>
                <a:cs typeface="Arimo"/>
                <a:sym typeface="Arimo"/>
                <a:hlinkClick r:id="rId7" tooltip="https://www.freepik.com/free-vector/sketches-modern-city-background_890861.htm/?utm_source=slidesgo_template&amp;utm_medium=referral-link&amp;utm_campaign=sg_resources&amp;utm_content=freepik"/>
              </a:rPr>
              <a:t>Sketches modern city background</a:t>
            </a:r>
          </a:p>
        </p:txBody>
      </p:sp>
      <p:sp>
        <p:nvSpPr>
          <p:cNvPr name="TextBox 22" id="22"/>
          <p:cNvSpPr txBox="true"/>
          <p:nvPr/>
        </p:nvSpPr>
        <p:spPr>
          <a:xfrm rot="0">
            <a:off x="1531430" y="2164309"/>
            <a:ext cx="15225151" cy="523799"/>
          </a:xfrm>
          <a:prstGeom prst="rect">
            <a:avLst/>
          </a:prstGeom>
        </p:spPr>
        <p:txBody>
          <a:bodyPr anchor="t" rtlCol="false" tIns="0" lIns="0" bIns="0" rIns="0">
            <a:spAutoFit/>
          </a:bodyPr>
          <a:lstStyle/>
          <a:p>
            <a:pPr algn="ctr">
              <a:lnSpc>
                <a:spcPts val="3359"/>
              </a:lnSpc>
            </a:pPr>
            <a:r>
              <a:rPr lang="en-US" sz="2799">
                <a:solidFill>
                  <a:srgbClr val="000000"/>
                </a:solidFill>
                <a:latin typeface="Arimo"/>
                <a:ea typeface="Arimo"/>
                <a:cs typeface="Arimo"/>
                <a:sym typeface="Arimo"/>
              </a:rPr>
              <a:t>Here’s an assortment of alternative resources whose style fits the one of this template:</a:t>
            </a:r>
          </a:p>
        </p:txBody>
      </p:sp>
      <p:sp>
        <p:nvSpPr>
          <p:cNvPr name="Freeform 23" id="23"/>
          <p:cNvSpPr/>
          <p:nvPr/>
        </p:nvSpPr>
        <p:spPr>
          <a:xfrm flipH="false" flipV="false" rot="0">
            <a:off x="9222105" y="4584325"/>
            <a:ext cx="7945755" cy="3907469"/>
          </a:xfrm>
          <a:custGeom>
            <a:avLst/>
            <a:gdLst/>
            <a:ahLst/>
            <a:cxnLst/>
            <a:rect r="r" b="b" t="t" l="l"/>
            <a:pathLst>
              <a:path h="3907469" w="7945755">
                <a:moveTo>
                  <a:pt x="0" y="0"/>
                </a:moveTo>
                <a:lnTo>
                  <a:pt x="7945755" y="0"/>
                </a:lnTo>
                <a:lnTo>
                  <a:pt x="7945755" y="3907470"/>
                </a:lnTo>
                <a:lnTo>
                  <a:pt x="0" y="39074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DAG_yWt7bas</dc:identifier>
  <dcterms:modified xsi:type="dcterms:W3CDTF">2011-08-01T06:04:30Z</dcterms:modified>
  <cp:revision>1</cp:revision>
  <dc:title>Contents</dc:title>
</cp:coreProperties>
</file>