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Urban Inequality in Baroda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Geospatial and Multidimensional Perspective on Social Infrastructure</a:t>
            </a:r>
          </a:p>
          <a:p/>
          <a:p>
            <a:r>
              <a:t>Master’s 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Urban growth hides unequal access</a:t>
            </a:r>
          </a:p>
          <a:p>
            <a:r>
              <a:t>• Inequality is spatial</a:t>
            </a:r>
          </a:p>
          <a:p>
            <a:r>
              <a:t>• Infrastructure shapes life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Urban Opportunity Index (UOI)</a:t>
            </a:r>
          </a:p>
          <a:p>
            <a:r>
              <a:t>• Integrate transit, access, flood risk</a:t>
            </a:r>
          </a:p>
          <a:p>
            <a:r>
              <a:t>• Spatial inequality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Vadodara (Baroda)</a:t>
            </a:r>
          </a:p>
          <a:p>
            <a:r>
              <a:t>Mid-sized Indian city</a:t>
            </a:r>
          </a:p>
          <a:p>
            <a:r>
              <a:t>Riverine flood exposure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 • Education • Mobility • Risk</a:t>
            </a:r>
          </a:p>
          <a:p>
            <a:r>
              <a:t>→ Composite Urban Opportunity Index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OpenStreetMap</a:t>
            </a:r>
          </a:p>
          <a:p>
            <a:r>
              <a:t>City Bus Data</a:t>
            </a:r>
          </a:p>
          <a:p>
            <a:r>
              <a:t>Derived Network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Network-based travel time</a:t>
            </a:r>
          </a:p>
          <a:p>
            <a:r>
              <a:t>Hospitals, Schools, Transit, Roads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 stops &amp; routes</a:t>
            </a:r>
          </a:p>
          <a:p>
            <a:r>
              <a:t>Public transport equity lens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Flood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River buffers</a:t>
            </a:r>
          </a:p>
          <a:p>
            <a:r>
              <a:t>Exposure &amp; density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Urban Opportunity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Normalized sub-scores</a:t>
            </a:r>
          </a:p>
          <a:p>
            <a:r>
              <a:t>Geometric mean</a:t>
            </a:r>
          </a:p>
          <a:p>
            <a:r>
              <a:t>Scale 0–100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UOI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Spatial distribution of opportunity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Flood Exposure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 vulnerability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Flood ×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Compound disadvantage zones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Unequal distribution across wards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Lorenz &amp; Gini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Inequality measurement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Autocorrelation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Moran’s 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LISA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Spatial segregation of opportunity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Correlation &amp; sensitivity tests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Ward Typology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Opportunity–Risk classes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Inequality is structural</a:t>
            </a:r>
          </a:p>
          <a:p>
            <a:r>
              <a:t>Transit matters</a:t>
            </a:r>
          </a:p>
          <a:p>
            <a:r>
              <a:t>Risk amplifies disadvantage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Targeted planning</a:t>
            </a:r>
          </a:p>
          <a:p>
            <a:r>
              <a:t>Data-driven governance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wards</a:t>
            </a:r>
          </a:p>
          <a:p>
            <a:r>
              <a:t>Proxy risk measures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Temporal access</a:t>
            </a:r>
          </a:p>
          <a:p>
            <a:r>
              <a:t>Climate scenarios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Website &amp;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